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63" r:id="rId2"/>
    <p:sldId id="273" r:id="rId3"/>
    <p:sldId id="265" r:id="rId4"/>
    <p:sldId id="274" r:id="rId5"/>
    <p:sldId id="287" r:id="rId6"/>
    <p:sldId id="286" r:id="rId7"/>
    <p:sldId id="294" r:id="rId8"/>
    <p:sldId id="266" r:id="rId9"/>
    <p:sldId id="276" r:id="rId10"/>
    <p:sldId id="295" r:id="rId11"/>
    <p:sldId id="296" r:id="rId12"/>
    <p:sldId id="277" r:id="rId13"/>
    <p:sldId id="280" r:id="rId14"/>
    <p:sldId id="278" r:id="rId15"/>
    <p:sldId id="279" r:id="rId16"/>
    <p:sldId id="283" r:id="rId17"/>
    <p:sldId id="291" r:id="rId18"/>
    <p:sldId id="292" r:id="rId19"/>
    <p:sldId id="293" r:id="rId20"/>
    <p:sldId id="284" r:id="rId21"/>
    <p:sldId id="289" r:id="rId22"/>
    <p:sldId id="297" r:id="rId23"/>
    <p:sldId id="298" r:id="rId24"/>
    <p:sldId id="299" r:id="rId25"/>
    <p:sldId id="300" r:id="rId26"/>
    <p:sldId id="271" r:id="rId27"/>
    <p:sldId id="290" r:id="rId28"/>
  </p:sldIdLst>
  <p:sldSz cx="12192000" cy="6858000"/>
  <p:notesSz cx="6858000" cy="9144000"/>
  <p:embeddedFontLst>
    <p:embeddedFont>
      <p:font typeface="Minecraft" panose="00000400000000000000" pitchFamily="2" charset="0"/>
      <p:regular r:id="rId29"/>
    </p:embeddedFont>
    <p:embeddedFont>
      <p:font typeface="Public Pixel" panose="020B0600000000000000" pitchFamily="34" charset="0"/>
      <p:regular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76701B"/>
    <a:srgbClr val="E6E6E6"/>
    <a:srgbClr val="00FF41"/>
    <a:srgbClr val="0A0A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3" d="100"/>
          <a:sy n="53" d="100"/>
        </p:scale>
        <p:origin x="73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06CFB647-F02D-4217-B874-E7B96C900A6F}" type="datetimeFigureOut">
              <a:rPr lang="ru-RU" smtClean="0"/>
              <a:t>12.05.2026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6CFB647-F02D-4217-B874-E7B96C900A6F}" type="datetimeFigureOut">
              <a:rPr lang="ru-RU" smtClean="0"/>
              <a:t>12.05.2026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06CFB647-F02D-4217-B874-E7B96C900A6F}" type="datetimeFigureOut">
              <a:rPr lang="ru-RU" smtClean="0"/>
              <a:t>12.05.2026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06CFB647-F02D-4217-B874-E7B96C900A6F}" type="datetimeFigureOut">
              <a:rPr lang="ru-RU" smtClean="0"/>
              <a:t>12.05.2026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06CFB647-F02D-4217-B874-E7B96C900A6F}" type="datetimeFigureOut">
              <a:rPr lang="ru-RU" smtClean="0"/>
              <a:t>12.05.2026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06CFB647-F02D-4217-B874-E7B96C900A6F}" type="datetimeFigureOut">
              <a:rPr lang="ru-RU" smtClean="0"/>
              <a:t>12.05.2026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CFB647-F02D-4217-B874-E7B96C900A6F}" type="datetimeFigureOut">
              <a:rPr lang="ru-RU" smtClean="0"/>
              <a:t>12.05.2026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6CFB647-F02D-4217-B874-E7B96C900A6F}" type="datetimeFigureOut">
              <a:rPr lang="ru-RU" smtClean="0"/>
              <a:t>12.05.2026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06CFB647-F02D-4217-B874-E7B96C900A6F}" type="datetimeFigureOut">
              <a:rPr lang="ru-RU" smtClean="0"/>
              <a:t>12.05.2026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6CFB647-F02D-4217-B874-E7B96C900A6F}" type="datetimeFigureOut">
              <a:rPr lang="ru-RU" smtClean="0"/>
              <a:t>12.05.2026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06CFB647-F02D-4217-B874-E7B96C900A6F}" type="datetimeFigureOut">
              <a:rPr lang="ru-RU" smtClean="0"/>
              <a:t>12.05.2026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EF8418D5-150D-4DDB-8F92-AFFBDE6B3B97}"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shadeToTitle="1">
        <a:pattFill prst="smGrid">
          <a:fgClr>
            <a:schemeClr val="bg1">
              <a:lumMod val="90000"/>
              <a:lumOff val="1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CFB647-F02D-4217-B874-E7B96C900A6F}" type="datetimeFigureOut">
              <a:rPr lang="ru-RU" smtClean="0"/>
              <a:t>12.05.2026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8418D5-150D-4DDB-8F92-AFFBDE6B3B97}" type="slidenum">
              <a:rPr lang="ru-RU" smtClean="0"/>
              <a:t>‹#›</a:t>
            </a:fld>
            <a:endParaRPr lang="ru-RU"/>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Прямоугольник 40"/>
          <p:cNvSpPr/>
          <p:nvPr/>
        </p:nvSpPr>
        <p:spPr>
          <a:xfrm>
            <a:off x="746448" y="98904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p:nvPr/>
        </p:nvSpPr>
        <p:spPr>
          <a:xfrm>
            <a:off x="-83974" y="-209938"/>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p:nvPr/>
        </p:nvSpPr>
        <p:spPr>
          <a:xfrm>
            <a:off x="544283" y="2571361"/>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p:nvPr/>
        </p:nvSpPr>
        <p:spPr>
          <a:xfrm>
            <a:off x="3191069" y="6629400"/>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p:nvPr/>
        </p:nvSpPr>
        <p:spPr>
          <a:xfrm>
            <a:off x="6385247" y="80661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p:nvPr/>
        </p:nvSpPr>
        <p:spPr>
          <a:xfrm>
            <a:off x="11902750" y="276263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p:nvPr/>
        </p:nvSpPr>
        <p:spPr>
          <a:xfrm>
            <a:off x="8854750" y="214605"/>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p:nvPr/>
        </p:nvSpPr>
        <p:spPr>
          <a:xfrm>
            <a:off x="11125198" y="155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p:nvPr/>
        </p:nvSpPr>
        <p:spPr>
          <a:xfrm>
            <a:off x="11380236" y="23015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0" name="Прямоугольник 49"/>
          <p:cNvSpPr/>
          <p:nvPr/>
        </p:nvSpPr>
        <p:spPr>
          <a:xfrm>
            <a:off x="10111272" y="530134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1" name="Прямоугольник 50"/>
          <p:cNvSpPr/>
          <p:nvPr/>
        </p:nvSpPr>
        <p:spPr>
          <a:xfrm>
            <a:off x="522513" y="461087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2" name="Прямоугольник 51"/>
          <p:cNvSpPr/>
          <p:nvPr/>
        </p:nvSpPr>
        <p:spPr>
          <a:xfrm>
            <a:off x="261255" y="483947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3" name="Прямоугольник 52"/>
          <p:cNvSpPr/>
          <p:nvPr/>
        </p:nvSpPr>
        <p:spPr>
          <a:xfrm>
            <a:off x="898848" y="114144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4" name="Прямоугольник 53"/>
          <p:cNvSpPr/>
          <p:nvPr/>
        </p:nvSpPr>
        <p:spPr>
          <a:xfrm>
            <a:off x="1051248" y="129384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5" name="Прямоугольник 54"/>
          <p:cNvSpPr/>
          <p:nvPr/>
        </p:nvSpPr>
        <p:spPr>
          <a:xfrm>
            <a:off x="9240414" y="117867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6" name="Прямоугольник 55"/>
          <p:cNvSpPr/>
          <p:nvPr/>
        </p:nvSpPr>
        <p:spPr>
          <a:xfrm>
            <a:off x="5956038" y="14073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7" name="Прямоугольник 56"/>
          <p:cNvSpPr/>
          <p:nvPr/>
        </p:nvSpPr>
        <p:spPr>
          <a:xfrm>
            <a:off x="11952510" y="497126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8" name="Прямоугольник 57"/>
          <p:cNvSpPr/>
          <p:nvPr/>
        </p:nvSpPr>
        <p:spPr>
          <a:xfrm>
            <a:off x="2071394" y="36933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p:cNvSpPr/>
          <p:nvPr/>
        </p:nvSpPr>
        <p:spPr>
          <a:xfrm>
            <a:off x="777552" y="27253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p:cNvSpPr/>
          <p:nvPr/>
        </p:nvSpPr>
        <p:spPr>
          <a:xfrm>
            <a:off x="4923449" y="44320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p:cNvSpPr/>
          <p:nvPr/>
        </p:nvSpPr>
        <p:spPr>
          <a:xfrm>
            <a:off x="1306287" y="524069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2" name="Прямоугольник 61"/>
          <p:cNvSpPr/>
          <p:nvPr/>
        </p:nvSpPr>
        <p:spPr>
          <a:xfrm>
            <a:off x="674913" y="611466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p:cNvSpPr/>
          <p:nvPr/>
        </p:nvSpPr>
        <p:spPr>
          <a:xfrm>
            <a:off x="11230946" y="595759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p:cNvSpPr/>
          <p:nvPr/>
        </p:nvSpPr>
        <p:spPr>
          <a:xfrm>
            <a:off x="-314131" y="312264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p:cNvSpPr/>
          <p:nvPr/>
        </p:nvSpPr>
        <p:spPr>
          <a:xfrm>
            <a:off x="1371597" y="518004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p:cNvSpPr/>
          <p:nvPr/>
        </p:nvSpPr>
        <p:spPr>
          <a:xfrm>
            <a:off x="-230151" y="48052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p:cNvSpPr/>
          <p:nvPr/>
        </p:nvSpPr>
        <p:spPr>
          <a:xfrm>
            <a:off x="-90197" y="1755710"/>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p:cNvSpPr/>
          <p:nvPr/>
        </p:nvSpPr>
        <p:spPr>
          <a:xfrm>
            <a:off x="3637385" y="116049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p:cNvSpPr/>
          <p:nvPr/>
        </p:nvSpPr>
        <p:spPr>
          <a:xfrm>
            <a:off x="349501" y="386773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p:cNvSpPr/>
          <p:nvPr/>
        </p:nvSpPr>
        <p:spPr>
          <a:xfrm>
            <a:off x="1894113" y="472752"/>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p:cNvSpPr/>
          <p:nvPr/>
        </p:nvSpPr>
        <p:spPr>
          <a:xfrm>
            <a:off x="4923449" y="377890"/>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p:cNvSpPr/>
          <p:nvPr/>
        </p:nvSpPr>
        <p:spPr>
          <a:xfrm>
            <a:off x="3194179" y="-79310"/>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p:cNvSpPr/>
          <p:nvPr/>
        </p:nvSpPr>
        <p:spPr>
          <a:xfrm>
            <a:off x="9887337" y="552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p:cNvSpPr/>
          <p:nvPr/>
        </p:nvSpPr>
        <p:spPr>
          <a:xfrm>
            <a:off x="1542905" y="604623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5" name="Прямоугольник 74"/>
          <p:cNvSpPr/>
          <p:nvPr/>
        </p:nvSpPr>
        <p:spPr>
          <a:xfrm>
            <a:off x="1695305" y="619863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6" name="Прямоугольник 75"/>
          <p:cNvSpPr/>
          <p:nvPr/>
        </p:nvSpPr>
        <p:spPr>
          <a:xfrm>
            <a:off x="3233857" y="596682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7" name="Прямоугольник 76"/>
          <p:cNvSpPr/>
          <p:nvPr/>
        </p:nvSpPr>
        <p:spPr>
          <a:xfrm>
            <a:off x="8599712" y="23015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8" name="Прямоугольник 77"/>
          <p:cNvSpPr/>
          <p:nvPr/>
        </p:nvSpPr>
        <p:spPr>
          <a:xfrm>
            <a:off x="10133042" y="14073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9" name="Прямоугольник 78"/>
          <p:cNvSpPr/>
          <p:nvPr/>
        </p:nvSpPr>
        <p:spPr>
          <a:xfrm>
            <a:off x="10649335" y="351764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0" name="Прямоугольник 79"/>
          <p:cNvSpPr/>
          <p:nvPr/>
        </p:nvSpPr>
        <p:spPr>
          <a:xfrm>
            <a:off x="2640561" y="5114729"/>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1" name="Прямоугольник 80"/>
          <p:cNvSpPr/>
          <p:nvPr/>
        </p:nvSpPr>
        <p:spPr>
          <a:xfrm>
            <a:off x="11828105" y="517382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2" name="Прямоугольник 81"/>
          <p:cNvSpPr/>
          <p:nvPr/>
        </p:nvSpPr>
        <p:spPr>
          <a:xfrm>
            <a:off x="9663402" y="57507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3" name="Прямоугольник 82"/>
          <p:cNvSpPr/>
          <p:nvPr/>
        </p:nvSpPr>
        <p:spPr>
          <a:xfrm>
            <a:off x="11678815" y="302856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4" name="Прямоугольник 83"/>
          <p:cNvSpPr/>
          <p:nvPr/>
        </p:nvSpPr>
        <p:spPr>
          <a:xfrm>
            <a:off x="10999236" y="1211812"/>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5" name="Прямоугольник 84"/>
          <p:cNvSpPr/>
          <p:nvPr/>
        </p:nvSpPr>
        <p:spPr>
          <a:xfrm>
            <a:off x="11151636" y="1364212"/>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6" name="Прямоугольник 85"/>
          <p:cNvSpPr/>
          <p:nvPr/>
        </p:nvSpPr>
        <p:spPr>
          <a:xfrm>
            <a:off x="11304036" y="1516612"/>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7" name="Прямоугольник 86"/>
          <p:cNvSpPr/>
          <p:nvPr/>
        </p:nvSpPr>
        <p:spPr>
          <a:xfrm>
            <a:off x="777553" y="-8475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8" name="Прямоугольник 87"/>
          <p:cNvSpPr/>
          <p:nvPr/>
        </p:nvSpPr>
        <p:spPr>
          <a:xfrm>
            <a:off x="929953" y="6764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9" name="Прямоугольник 88"/>
          <p:cNvSpPr/>
          <p:nvPr/>
        </p:nvSpPr>
        <p:spPr>
          <a:xfrm>
            <a:off x="1082353" y="22004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0" name="Прямоугольник 89"/>
          <p:cNvSpPr/>
          <p:nvPr/>
        </p:nvSpPr>
        <p:spPr>
          <a:xfrm>
            <a:off x="8752114" y="588139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1" name="Прямоугольник 90"/>
          <p:cNvSpPr/>
          <p:nvPr/>
        </p:nvSpPr>
        <p:spPr>
          <a:xfrm>
            <a:off x="8904514" y="6033795"/>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2" name="Прямоугольник 91"/>
          <p:cNvSpPr/>
          <p:nvPr/>
        </p:nvSpPr>
        <p:spPr>
          <a:xfrm>
            <a:off x="9056914" y="618619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9" name="Прямоугольник 98"/>
          <p:cNvSpPr/>
          <p:nvPr/>
        </p:nvSpPr>
        <p:spPr>
          <a:xfrm>
            <a:off x="4804264" y="595759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0" name="Прямоугольник 99"/>
          <p:cNvSpPr/>
          <p:nvPr/>
        </p:nvSpPr>
        <p:spPr>
          <a:xfrm>
            <a:off x="1446244" y="348576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1" name="Прямоугольник 100"/>
          <p:cNvSpPr/>
          <p:nvPr/>
        </p:nvSpPr>
        <p:spPr>
          <a:xfrm>
            <a:off x="1222309" y="3714361"/>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2" name="Прямоугольник 101"/>
          <p:cNvSpPr/>
          <p:nvPr/>
        </p:nvSpPr>
        <p:spPr>
          <a:xfrm>
            <a:off x="7337215" y="596279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3" name="Прямоугольник 102"/>
          <p:cNvSpPr/>
          <p:nvPr/>
        </p:nvSpPr>
        <p:spPr>
          <a:xfrm>
            <a:off x="7061162" y="614518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4" name="Прямоугольник 103"/>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6" name="Рисунок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079" y="1967204"/>
            <a:ext cx="12986652" cy="2129811"/>
          </a:xfrm>
          <a:prstGeom prst="rect">
            <a:avLst/>
          </a:prstGeom>
        </p:spPr>
      </p:pic>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0133" y="3942873"/>
            <a:ext cx="9099677" cy="12436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1884628" y="2644170"/>
            <a:ext cx="8422743" cy="1569660"/>
          </a:xfrm>
          <a:prstGeom prst="rect">
            <a:avLst/>
          </a:prstGeom>
          <a:noFill/>
        </p:spPr>
        <p:txBody>
          <a:bodyPr wrap="square" rtlCol="0">
            <a:spAutoFit/>
          </a:bodyPr>
          <a:lstStyle/>
          <a:p>
            <a:r>
              <a:rPr lang="ru-RU" sz="4800" dirty="0">
                <a:latin typeface="Minecraft" panose="00000400000000000000" pitchFamily="2" charset="0"/>
                <a:ea typeface="Public Pixel" panose="020B0600000000000000" pitchFamily="34" charset="0"/>
                <a:cs typeface="Public Pixel" panose="020B0600000000000000" pitchFamily="34" charset="0"/>
              </a:rPr>
              <a:t>0</a:t>
            </a:r>
            <a:r>
              <a:rPr lang="en-US" sz="4800" dirty="0">
                <a:latin typeface="Minecraft" panose="00000400000000000000" pitchFamily="2" charset="0"/>
                <a:ea typeface="Public Pixel" panose="020B0600000000000000" pitchFamily="34" charset="0"/>
                <a:cs typeface="Public Pixel" panose="020B0600000000000000" pitchFamily="34" charset="0"/>
              </a:rPr>
              <a:t>. Project Description</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a:p>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2694524" y="807097"/>
            <a:ext cx="6802949" cy="707886"/>
          </a:xfrm>
          <a:prstGeom prst="rect">
            <a:avLst/>
          </a:prstGeom>
          <a:noFill/>
        </p:spPr>
        <p:txBody>
          <a:bodyPr wrap="square" rtlCol="0">
            <a:spAutoFit/>
          </a:bodyPr>
          <a:lstStyle/>
          <a:p>
            <a:r>
              <a:rPr lang="en-US" sz="4000" dirty="0">
                <a:latin typeface="Minecraft" panose="00000400000000000000" pitchFamily="2" charset="0"/>
                <a:ea typeface="Public Pixel" panose="020B0600000000000000" pitchFamily="34" charset="0"/>
                <a:cs typeface="Public Pixel" panose="020B0600000000000000" pitchFamily="34" charset="0"/>
              </a:rPr>
              <a:t>Project Description</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sp>
        <p:nvSpPr>
          <p:cNvPr id="5" name="TextBox 4"/>
          <p:cNvSpPr txBox="1"/>
          <p:nvPr/>
        </p:nvSpPr>
        <p:spPr>
          <a:xfrm>
            <a:off x="1093697" y="2078732"/>
            <a:ext cx="10004604" cy="3139321"/>
          </a:xfrm>
          <a:prstGeom prst="rect">
            <a:avLst/>
          </a:prstGeom>
          <a:noFill/>
        </p:spPr>
        <p:txBody>
          <a:bodyPr wrap="square">
            <a:spAutoFit/>
          </a:bodyPr>
          <a:lstStyle/>
          <a:p>
            <a:r>
              <a:rPr lang="en-US" dirty="0">
                <a:latin typeface="Minecraft" panose="00000400000000000000" pitchFamily="2" charset="0"/>
              </a:rPr>
              <a:t>Our project is TV-Tennis. The history of this game began with Tennis for Two, introduced by William Higinbotham on October 18, 1958. The first version used an analog computer for calculations and an oscilloscope as a display. </a:t>
            </a:r>
          </a:p>
          <a:p>
            <a:endParaRPr lang="en-US" dirty="0">
              <a:latin typeface="Minecraft" panose="00000400000000000000" pitchFamily="2" charset="0"/>
            </a:endParaRPr>
          </a:p>
          <a:p>
            <a:r>
              <a:rPr lang="en-US" dirty="0">
                <a:latin typeface="Minecraft" panose="00000400000000000000" pitchFamily="2" charset="0"/>
              </a:rPr>
              <a:t>Over time, the mechanics of the game have constantly changed and evolved. The idea of two rackets fixed in the outermost columns of the field and controlled by joysticks was proposed by Ralph Baer in his prototype "Brown Box" (1967). In 1975, the Japanese company Epoch developed this concept in the TV Tennis </a:t>
            </a:r>
            <a:r>
              <a:rPr lang="en-US" dirty="0" err="1">
                <a:latin typeface="Minecraft" panose="00000400000000000000" pitchFamily="2" charset="0"/>
              </a:rPr>
              <a:t>Electrotennis</a:t>
            </a:r>
            <a:r>
              <a:rPr lang="en-US" dirty="0">
                <a:latin typeface="Minecraft" panose="00000400000000000000" pitchFamily="2" charset="0"/>
              </a:rPr>
              <a:t> system, where the rackets could only move up and down.</a:t>
            </a:r>
            <a:endParaRPr lang="ru-R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619760" y="2644170"/>
            <a:ext cx="10962640" cy="1595536"/>
          </a:xfrm>
          <a:prstGeom prst="rect">
            <a:avLst/>
          </a:prstGeom>
          <a:noFill/>
        </p:spPr>
        <p:txBody>
          <a:bodyPr wrap="square" rtlCol="0">
            <a:spAutoFit/>
          </a:bodyPr>
          <a:lstStyle/>
          <a:p>
            <a:pPr algn="ctr"/>
            <a:r>
              <a:rPr lang="ru-RU" sz="4800" dirty="0">
                <a:latin typeface="Minecraft" panose="00000400000000000000" pitchFamily="2" charset="0"/>
                <a:ea typeface="Public Pixel" panose="020B0600000000000000" pitchFamily="34" charset="0"/>
                <a:cs typeface="Public Pixel" panose="020B0600000000000000" pitchFamily="34" charset="0"/>
              </a:rPr>
              <a:t>1</a:t>
            </a:r>
            <a:r>
              <a:rPr lang="en-US" sz="4800" dirty="0">
                <a:latin typeface="Minecraft" panose="00000400000000000000" pitchFamily="2" charset="0"/>
                <a:ea typeface="Public Pixel" panose="020B0600000000000000" pitchFamily="34" charset="0"/>
                <a:cs typeface="Public Pixel" panose="020B0600000000000000" pitchFamily="34" charset="0"/>
              </a:rPr>
              <a:t>. Video</a:t>
            </a:r>
            <a:r>
              <a:rPr lang="ru-RU" sz="4800" dirty="0">
                <a:latin typeface="Minecraft" panose="00000400000000000000" pitchFamily="2" charset="0"/>
                <a:ea typeface="Public Pixel" panose="020B0600000000000000" pitchFamily="34" charset="0"/>
                <a:cs typeface="Public Pixel" panose="020B0600000000000000" pitchFamily="34" charset="0"/>
              </a:rPr>
              <a:t> </a:t>
            </a:r>
            <a:r>
              <a:rPr lang="en-US" sz="4800" dirty="0">
                <a:latin typeface="Minecraft" panose="00000400000000000000" pitchFamily="2" charset="0"/>
                <a:ea typeface="Public Pixel" panose="020B0600000000000000" pitchFamily="34" charset="0"/>
                <a:cs typeface="Public Pixel" panose="020B0600000000000000" pitchFamily="34" charset="0"/>
              </a:rPr>
              <a:t>system</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a:p>
            <a:pPr algn="ct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2" name="TextBox 51"/>
          <p:cNvSpPr txBox="1"/>
          <p:nvPr/>
        </p:nvSpPr>
        <p:spPr>
          <a:xfrm>
            <a:off x="5272969" y="1422436"/>
            <a:ext cx="6619235" cy="830997"/>
          </a:xfrm>
          <a:prstGeom prst="rect">
            <a:avLst/>
          </a:prstGeom>
          <a:noFill/>
        </p:spPr>
        <p:txBody>
          <a:bodyPr wrap="square" rtlCol="0">
            <a:spAutoFit/>
          </a:bodyPr>
          <a:lstStyle/>
          <a:p>
            <a:pPr algn="ctr"/>
            <a:r>
              <a:rPr lang="en-US" sz="4800" dirty="0">
                <a:latin typeface="Minecraft" panose="00000400000000000000" pitchFamily="2" charset="0"/>
                <a:ea typeface="Public Pixel" panose="020B0600000000000000" pitchFamily="34" charset="0"/>
                <a:cs typeface="Public Pixel" panose="020B0600000000000000" pitchFamily="34" charset="0"/>
              </a:rPr>
              <a:t>Videochip1</a:t>
            </a:r>
          </a:p>
        </p:txBody>
      </p:sp>
      <p:sp>
        <p:nvSpPr>
          <p:cNvPr id="62" name="TextBox 61"/>
          <p:cNvSpPr txBox="1"/>
          <p:nvPr/>
        </p:nvSpPr>
        <p:spPr>
          <a:xfrm>
            <a:off x="5892010" y="2625055"/>
            <a:ext cx="5364870" cy="2308324"/>
          </a:xfrm>
          <a:prstGeom prst="rect">
            <a:avLst/>
          </a:prstGeom>
          <a:noFill/>
        </p:spPr>
        <p:txBody>
          <a:bodyPr wrap="square" rtlCol="0">
            <a:spAutoFit/>
          </a:bodyPr>
          <a:lstStyle/>
          <a:p>
            <a:pPr algn="ctr"/>
            <a:r>
              <a:rPr lang="en-US" sz="3600" dirty="0">
                <a:latin typeface="Minecraft" panose="00000400000000000000" pitchFamily="2" charset="0"/>
                <a:ea typeface="Public Pixel" panose="020B0600000000000000" pitchFamily="34" charset="0"/>
                <a:cs typeface="Public Pixel" panose="020B0600000000000000" pitchFamily="34" charset="0"/>
              </a:rPr>
              <a:t>Generate 32-bit pattern for one display column</a:t>
            </a:r>
            <a:endParaRPr lang="ru-RU" sz="3600" dirty="0">
              <a:latin typeface="Public Pixel" panose="020B0600000000000000" pitchFamily="34" charset="0"/>
              <a:ea typeface="Public Pixel" panose="020B0600000000000000" pitchFamily="34" charset="0"/>
              <a:cs typeface="Public Pixel" panose="020B0600000000000000" pitchFamily="34" charset="0"/>
            </a:endParaRPr>
          </a:p>
          <a:p>
            <a:pPr algn="ctr"/>
            <a:endParaRPr lang="ru-RU" sz="3600" dirty="0"/>
          </a:p>
        </p:txBody>
      </p:sp>
      <p:pic>
        <p:nvPicPr>
          <p:cNvPr id="53" name="Рисунок 52">
            <a:extLst>
              <a:ext uri="{FF2B5EF4-FFF2-40B4-BE49-F238E27FC236}">
                <a16:creationId xmlns:a16="http://schemas.microsoft.com/office/drawing/2014/main" id="{CF1F50E8-CDCE-EBBF-3946-ACD3DB3DB191}"/>
              </a:ext>
            </a:extLst>
          </p:cNvPr>
          <p:cNvPicPr>
            <a:picLocks noChangeAspect="1"/>
          </p:cNvPicPr>
          <p:nvPr/>
        </p:nvPicPr>
        <p:blipFill>
          <a:blip r:embed="rId2"/>
          <a:stretch>
            <a:fillRect/>
          </a:stretch>
        </p:blipFill>
        <p:spPr>
          <a:xfrm>
            <a:off x="1202304" y="795941"/>
            <a:ext cx="4639277" cy="5342289"/>
          </a:xfrm>
          <a:prstGeom prst="rect">
            <a:avLst/>
          </a:prstGeom>
        </p:spPr>
      </p:pic>
      <p:sp>
        <p:nvSpPr>
          <p:cNvPr id="5" name="Прямоугольник 4">
            <a:extLst>
              <a:ext uri="{FF2B5EF4-FFF2-40B4-BE49-F238E27FC236}">
                <a16:creationId xmlns:a16="http://schemas.microsoft.com/office/drawing/2014/main" id="{A1ACC0CF-F682-0D6C-CD93-CB7D7F1AFC23}"/>
              </a:ext>
            </a:extLst>
          </p:cNvPr>
          <p:cNvSpPr>
            <a:spLocks noChangeAspect="1"/>
          </p:cNvSpPr>
          <p:nvPr/>
        </p:nvSpPr>
        <p:spPr>
          <a:xfrm>
            <a:off x="1225859" y="779336"/>
            <a:ext cx="4615722" cy="5358893"/>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0" name="Прямоугольник 49">
            <a:extLst>
              <a:ext uri="{FF2B5EF4-FFF2-40B4-BE49-F238E27FC236}">
                <a16:creationId xmlns:a16="http://schemas.microsoft.com/office/drawing/2014/main" id="{4E8247AB-1E48-82A6-F523-4F25CAF40ADF}"/>
              </a:ext>
            </a:extLst>
          </p:cNvPr>
          <p:cNvSpPr>
            <a:spLocks noChangeAspect="1"/>
          </p:cNvSpPr>
          <p:nvPr/>
        </p:nvSpPr>
        <p:spPr>
          <a:xfrm>
            <a:off x="5833770" y="4944115"/>
            <a:ext cx="226727" cy="249488"/>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1" name="Прямоугольник 50">
            <a:extLst>
              <a:ext uri="{FF2B5EF4-FFF2-40B4-BE49-F238E27FC236}">
                <a16:creationId xmlns:a16="http://schemas.microsoft.com/office/drawing/2014/main" id="{7D0C71AA-8A30-7396-3B2A-14EE08F8A7A9}"/>
              </a:ext>
            </a:extLst>
          </p:cNvPr>
          <p:cNvSpPr>
            <a:spLocks noChangeAspect="1"/>
          </p:cNvSpPr>
          <p:nvPr/>
        </p:nvSpPr>
        <p:spPr>
          <a:xfrm>
            <a:off x="5244722" y="5785816"/>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4" name="Прямоугольник 53">
            <a:extLst>
              <a:ext uri="{FF2B5EF4-FFF2-40B4-BE49-F238E27FC236}">
                <a16:creationId xmlns:a16="http://schemas.microsoft.com/office/drawing/2014/main" id="{5871CAC2-EAFF-42D1-A454-F918B3E989FA}"/>
              </a:ext>
            </a:extLst>
          </p:cNvPr>
          <p:cNvSpPr>
            <a:spLocks noChangeAspect="1"/>
          </p:cNvSpPr>
          <p:nvPr/>
        </p:nvSpPr>
        <p:spPr>
          <a:xfrm>
            <a:off x="5463071" y="5554230"/>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5" name="Прямоугольник 54">
            <a:extLst>
              <a:ext uri="{FF2B5EF4-FFF2-40B4-BE49-F238E27FC236}">
                <a16:creationId xmlns:a16="http://schemas.microsoft.com/office/drawing/2014/main" id="{F3C2BC09-D748-22EE-F96B-1F57E21A35D6}"/>
              </a:ext>
            </a:extLst>
          </p:cNvPr>
          <p:cNvSpPr>
            <a:spLocks noChangeAspect="1"/>
          </p:cNvSpPr>
          <p:nvPr/>
        </p:nvSpPr>
        <p:spPr>
          <a:xfrm>
            <a:off x="1412015" y="5955592"/>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6" name="Прямоугольник 55">
            <a:extLst>
              <a:ext uri="{FF2B5EF4-FFF2-40B4-BE49-F238E27FC236}">
                <a16:creationId xmlns:a16="http://schemas.microsoft.com/office/drawing/2014/main" id="{A988AC7F-0564-9E94-1D2E-36AD6E845944}"/>
              </a:ext>
            </a:extLst>
          </p:cNvPr>
          <p:cNvSpPr>
            <a:spLocks noChangeAspect="1"/>
          </p:cNvSpPr>
          <p:nvPr/>
        </p:nvSpPr>
        <p:spPr>
          <a:xfrm>
            <a:off x="3024389" y="6062122"/>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7" name="Прямоугольник 56">
            <a:extLst>
              <a:ext uri="{FF2B5EF4-FFF2-40B4-BE49-F238E27FC236}">
                <a16:creationId xmlns:a16="http://schemas.microsoft.com/office/drawing/2014/main" id="{E491B620-8110-D6C8-B3CF-22DEB9B0174D}"/>
              </a:ext>
            </a:extLst>
          </p:cNvPr>
          <p:cNvSpPr>
            <a:spLocks noChangeAspect="1"/>
          </p:cNvSpPr>
          <p:nvPr/>
        </p:nvSpPr>
        <p:spPr>
          <a:xfrm>
            <a:off x="890706" y="4577824"/>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8" name="Прямоугольник 57">
            <a:extLst>
              <a:ext uri="{FF2B5EF4-FFF2-40B4-BE49-F238E27FC236}">
                <a16:creationId xmlns:a16="http://schemas.microsoft.com/office/drawing/2014/main" id="{6FE7291E-DFEC-A89F-FFBD-688151A622BE}"/>
              </a:ext>
            </a:extLst>
          </p:cNvPr>
          <p:cNvSpPr>
            <a:spLocks noChangeAspect="1"/>
          </p:cNvSpPr>
          <p:nvPr/>
        </p:nvSpPr>
        <p:spPr>
          <a:xfrm>
            <a:off x="1043106" y="4730224"/>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a:extLst>
              <a:ext uri="{FF2B5EF4-FFF2-40B4-BE49-F238E27FC236}">
                <a16:creationId xmlns:a16="http://schemas.microsoft.com/office/drawing/2014/main" id="{7E16CB13-796A-4C1F-3EDA-C44BDF553730}"/>
              </a:ext>
            </a:extLst>
          </p:cNvPr>
          <p:cNvSpPr>
            <a:spLocks noChangeAspect="1"/>
          </p:cNvSpPr>
          <p:nvPr/>
        </p:nvSpPr>
        <p:spPr>
          <a:xfrm>
            <a:off x="2246419" y="5977417"/>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a:extLst>
              <a:ext uri="{FF2B5EF4-FFF2-40B4-BE49-F238E27FC236}">
                <a16:creationId xmlns:a16="http://schemas.microsoft.com/office/drawing/2014/main" id="{5FFB4901-00F6-123D-98F9-DC854D42FF87}"/>
              </a:ext>
            </a:extLst>
          </p:cNvPr>
          <p:cNvSpPr>
            <a:spLocks noChangeAspect="1"/>
          </p:cNvSpPr>
          <p:nvPr/>
        </p:nvSpPr>
        <p:spPr>
          <a:xfrm>
            <a:off x="1043106" y="5661731"/>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4F2A9167-600A-E098-48AD-F0F3254ECCA1}"/>
              </a:ext>
            </a:extLst>
          </p:cNvPr>
          <p:cNvSpPr>
            <a:spLocks noChangeAspect="1"/>
          </p:cNvSpPr>
          <p:nvPr/>
        </p:nvSpPr>
        <p:spPr>
          <a:xfrm rot="10800000">
            <a:off x="5681738" y="1200135"/>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20581A8C-1847-F184-64ED-6FF2FE8ADE14}"/>
              </a:ext>
            </a:extLst>
          </p:cNvPr>
          <p:cNvSpPr>
            <a:spLocks noChangeAspect="1"/>
          </p:cNvSpPr>
          <p:nvPr/>
        </p:nvSpPr>
        <p:spPr>
          <a:xfrm rot="10800000">
            <a:off x="3303731" y="629956"/>
            <a:ext cx="236811" cy="26058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4C24B34D-5C3C-851E-FFF6-E5AF49FAB9F2}"/>
              </a:ext>
            </a:extLst>
          </p:cNvPr>
          <p:cNvSpPr>
            <a:spLocks noChangeAspect="1"/>
          </p:cNvSpPr>
          <p:nvPr/>
        </p:nvSpPr>
        <p:spPr>
          <a:xfrm rot="10800000">
            <a:off x="4192631" y="528454"/>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a:extLst>
              <a:ext uri="{FF2B5EF4-FFF2-40B4-BE49-F238E27FC236}">
                <a16:creationId xmlns:a16="http://schemas.microsoft.com/office/drawing/2014/main" id="{405E0CBD-444D-DFDE-7FF1-691ECCF9D4E1}"/>
              </a:ext>
            </a:extLst>
          </p:cNvPr>
          <p:cNvSpPr>
            <a:spLocks noChangeAspect="1"/>
          </p:cNvSpPr>
          <p:nvPr/>
        </p:nvSpPr>
        <p:spPr>
          <a:xfrm rot="10800000">
            <a:off x="5874405" y="1389856"/>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a:extLst>
              <a:ext uri="{FF2B5EF4-FFF2-40B4-BE49-F238E27FC236}">
                <a16:creationId xmlns:a16="http://schemas.microsoft.com/office/drawing/2014/main" id="{931A56E8-FF07-A448-0A6C-CB2FDB2C86BC}"/>
              </a:ext>
            </a:extLst>
          </p:cNvPr>
          <p:cNvSpPr>
            <a:spLocks noChangeAspect="1"/>
          </p:cNvSpPr>
          <p:nvPr/>
        </p:nvSpPr>
        <p:spPr>
          <a:xfrm rot="10800000">
            <a:off x="5856970" y="739936"/>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FEA86A2F-CF2C-4FFC-EEA6-6C9C21D51B89}"/>
              </a:ext>
            </a:extLst>
          </p:cNvPr>
          <p:cNvSpPr>
            <a:spLocks noChangeAspect="1"/>
          </p:cNvSpPr>
          <p:nvPr/>
        </p:nvSpPr>
        <p:spPr>
          <a:xfrm rot="5400000">
            <a:off x="1054013" y="598557"/>
            <a:ext cx="220289" cy="28013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331ED188-315A-B193-5705-33C5BC38907F}"/>
              </a:ext>
            </a:extLst>
          </p:cNvPr>
          <p:cNvSpPr>
            <a:spLocks noChangeAspect="1"/>
          </p:cNvSpPr>
          <p:nvPr/>
        </p:nvSpPr>
        <p:spPr>
          <a:xfrm rot="5400000">
            <a:off x="5570557" y="448918"/>
            <a:ext cx="233223" cy="29658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FA80DEAE-0293-A204-EC39-89998824DA15}"/>
              </a:ext>
            </a:extLst>
          </p:cNvPr>
          <p:cNvSpPr>
            <a:spLocks noChangeAspect="1"/>
          </p:cNvSpPr>
          <p:nvPr/>
        </p:nvSpPr>
        <p:spPr>
          <a:xfrm rot="5400000">
            <a:off x="2436830" y="652243"/>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a:extLst>
              <a:ext uri="{FF2B5EF4-FFF2-40B4-BE49-F238E27FC236}">
                <a16:creationId xmlns:a16="http://schemas.microsoft.com/office/drawing/2014/main" id="{7C401266-98A4-6C58-742F-75358410DEDF}"/>
              </a:ext>
            </a:extLst>
          </p:cNvPr>
          <p:cNvSpPr>
            <a:spLocks noChangeAspect="1"/>
          </p:cNvSpPr>
          <p:nvPr/>
        </p:nvSpPr>
        <p:spPr>
          <a:xfrm rot="5400000">
            <a:off x="2019496" y="551673"/>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a:extLst>
              <a:ext uri="{FF2B5EF4-FFF2-40B4-BE49-F238E27FC236}">
                <a16:creationId xmlns:a16="http://schemas.microsoft.com/office/drawing/2014/main" id="{E60F57BD-AC05-ADAD-5913-05DE9A586E21}"/>
              </a:ext>
            </a:extLst>
          </p:cNvPr>
          <p:cNvSpPr>
            <a:spLocks noChangeAspect="1"/>
          </p:cNvSpPr>
          <p:nvPr/>
        </p:nvSpPr>
        <p:spPr>
          <a:xfrm rot="5400000">
            <a:off x="1091923" y="3919193"/>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a:extLst>
              <a:ext uri="{FF2B5EF4-FFF2-40B4-BE49-F238E27FC236}">
                <a16:creationId xmlns:a16="http://schemas.microsoft.com/office/drawing/2014/main" id="{98B48160-73E5-CEBC-3DD0-A0E7051BBB24}"/>
              </a:ext>
            </a:extLst>
          </p:cNvPr>
          <p:cNvSpPr>
            <a:spLocks noChangeAspect="1"/>
          </p:cNvSpPr>
          <p:nvPr/>
        </p:nvSpPr>
        <p:spPr>
          <a:xfrm rot="5400000">
            <a:off x="985959" y="3390505"/>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a:extLst>
              <a:ext uri="{FF2B5EF4-FFF2-40B4-BE49-F238E27FC236}">
                <a16:creationId xmlns:a16="http://schemas.microsoft.com/office/drawing/2014/main" id="{2483830A-E521-0BD5-F9E1-06331154FC1A}"/>
              </a:ext>
            </a:extLst>
          </p:cNvPr>
          <p:cNvSpPr>
            <a:spLocks noChangeAspect="1"/>
          </p:cNvSpPr>
          <p:nvPr/>
        </p:nvSpPr>
        <p:spPr>
          <a:xfrm rot="5400000">
            <a:off x="5942358" y="5286183"/>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a:extLst>
              <a:ext uri="{FF2B5EF4-FFF2-40B4-BE49-F238E27FC236}">
                <a16:creationId xmlns:a16="http://schemas.microsoft.com/office/drawing/2014/main" id="{DF2B5B66-55F8-4FCF-E17F-CA1C4FF9B041}"/>
              </a:ext>
            </a:extLst>
          </p:cNvPr>
          <p:cNvSpPr>
            <a:spLocks noChangeAspect="1"/>
          </p:cNvSpPr>
          <p:nvPr/>
        </p:nvSpPr>
        <p:spPr>
          <a:xfrm rot="5400000">
            <a:off x="5835429" y="4078437"/>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Рисунок 4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937" y="2646744"/>
            <a:ext cx="7642870" cy="2967795"/>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nvGrpSpPr>
          <p:cNvPr id="3" name="Группа 2"/>
          <p:cNvGrpSpPr/>
          <p:nvPr/>
        </p:nvGrpSpPr>
        <p:grpSpPr>
          <a:xfrm>
            <a:off x="2053405" y="2530541"/>
            <a:ext cx="8322236" cy="3260076"/>
            <a:chOff x="1358799" y="488508"/>
            <a:chExt cx="9664598" cy="5790663"/>
          </a:xfrm>
        </p:grpSpPr>
        <p:sp>
          <p:nvSpPr>
            <p:cNvPr id="4" name="Прямоугольник 3"/>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 name="Прямоугольник 6"/>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sp>
        <p:nvSpPr>
          <p:cNvPr id="52" name="TextBox 51"/>
          <p:cNvSpPr txBox="1"/>
          <p:nvPr/>
        </p:nvSpPr>
        <p:spPr>
          <a:xfrm>
            <a:off x="514944" y="1058170"/>
            <a:ext cx="10962640" cy="830997"/>
          </a:xfrm>
          <a:prstGeom prst="rect">
            <a:avLst/>
          </a:prstGeom>
          <a:noFill/>
        </p:spPr>
        <p:txBody>
          <a:bodyPr wrap="square" rtlCol="0">
            <a:spAutoFit/>
          </a:bodyPr>
          <a:lstStyle/>
          <a:p>
            <a:pPr algn="ctr"/>
            <a:r>
              <a:rPr lang="en-US" sz="4800" dirty="0">
                <a:latin typeface="Minecraft" panose="00000400000000000000" pitchFamily="2" charset="0"/>
                <a:ea typeface="Public Pixel" panose="020B0600000000000000" pitchFamily="34" charset="0"/>
                <a:cs typeface="Public Pixel" panose="020B0600000000000000" pitchFamily="34" charset="0"/>
              </a:rPr>
              <a:t>videochip8</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0669-157C-76BF-ABEF-9EEAFB9B1BB3}"/>
            </a:ext>
          </a:extLst>
        </p:cNvPr>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CE584C0-960D-4067-EEAE-AC11E05B37CF}"/>
              </a:ext>
            </a:extLst>
          </p:cNvPr>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a:extLst>
              <a:ext uri="{FF2B5EF4-FFF2-40B4-BE49-F238E27FC236}">
                <a16:creationId xmlns:a16="http://schemas.microsoft.com/office/drawing/2014/main" id="{70C611C4-0256-85AA-B105-D0BF6139BA7A}"/>
              </a:ext>
            </a:extLst>
          </p:cNvPr>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a:extLst>
              <a:ext uri="{FF2B5EF4-FFF2-40B4-BE49-F238E27FC236}">
                <a16:creationId xmlns:a16="http://schemas.microsoft.com/office/drawing/2014/main" id="{E36D0C2D-6FD6-B72B-9195-B568CC7BEC36}"/>
              </a:ext>
            </a:extLst>
          </p:cNvPr>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7211DB8E-EAD9-8CDC-54C8-1D05ABA0030E}"/>
              </a:ext>
            </a:extLst>
          </p:cNvPr>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a:extLst>
              <a:ext uri="{FF2B5EF4-FFF2-40B4-BE49-F238E27FC236}">
                <a16:creationId xmlns:a16="http://schemas.microsoft.com/office/drawing/2014/main" id="{72A90742-245A-6331-75FE-E39FB1D8392C}"/>
              </a:ext>
            </a:extLst>
          </p:cNvPr>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a:extLst>
              <a:ext uri="{FF2B5EF4-FFF2-40B4-BE49-F238E27FC236}">
                <a16:creationId xmlns:a16="http://schemas.microsoft.com/office/drawing/2014/main" id="{EF82C5E4-CF98-5E7A-238B-20DE382EA502}"/>
              </a:ext>
            </a:extLst>
          </p:cNvPr>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a:extLst>
              <a:ext uri="{FF2B5EF4-FFF2-40B4-BE49-F238E27FC236}">
                <a16:creationId xmlns:a16="http://schemas.microsoft.com/office/drawing/2014/main" id="{8B362FF4-2455-55AA-ECC3-02C90A678A61}"/>
              </a:ext>
            </a:extLst>
          </p:cNvPr>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a:extLst>
              <a:ext uri="{FF2B5EF4-FFF2-40B4-BE49-F238E27FC236}">
                <a16:creationId xmlns:a16="http://schemas.microsoft.com/office/drawing/2014/main" id="{8BA65A09-6DF2-563D-8F35-FE41CFF634F4}"/>
              </a:ext>
            </a:extLst>
          </p:cNvPr>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a:extLst>
              <a:ext uri="{FF2B5EF4-FFF2-40B4-BE49-F238E27FC236}">
                <a16:creationId xmlns:a16="http://schemas.microsoft.com/office/drawing/2014/main" id="{B9662229-B19B-9BC1-4BEE-255DFA5A5922}"/>
              </a:ext>
            </a:extLst>
          </p:cNvPr>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a:extLst>
              <a:ext uri="{FF2B5EF4-FFF2-40B4-BE49-F238E27FC236}">
                <a16:creationId xmlns:a16="http://schemas.microsoft.com/office/drawing/2014/main" id="{7ED51D26-DD52-21C8-CFC1-375086B07B44}"/>
              </a:ext>
            </a:extLst>
          </p:cNvPr>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a:extLst>
              <a:ext uri="{FF2B5EF4-FFF2-40B4-BE49-F238E27FC236}">
                <a16:creationId xmlns:a16="http://schemas.microsoft.com/office/drawing/2014/main" id="{A53E20B7-C3CB-1E0D-B002-36EE6397BC0D}"/>
              </a:ext>
            </a:extLst>
          </p:cNvPr>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a:extLst>
              <a:ext uri="{FF2B5EF4-FFF2-40B4-BE49-F238E27FC236}">
                <a16:creationId xmlns:a16="http://schemas.microsoft.com/office/drawing/2014/main" id="{A61CBB9B-2F57-73E4-6CB4-0B870880B6F3}"/>
              </a:ext>
            </a:extLst>
          </p:cNvPr>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a:extLst>
              <a:ext uri="{FF2B5EF4-FFF2-40B4-BE49-F238E27FC236}">
                <a16:creationId xmlns:a16="http://schemas.microsoft.com/office/drawing/2014/main" id="{4727D52A-C283-56E4-1153-9B37D459AAFE}"/>
              </a:ext>
            </a:extLst>
          </p:cNvPr>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a:extLst>
              <a:ext uri="{FF2B5EF4-FFF2-40B4-BE49-F238E27FC236}">
                <a16:creationId xmlns:a16="http://schemas.microsoft.com/office/drawing/2014/main" id="{9E47E48D-FDA6-DA08-DC37-61D397F8CA3F}"/>
              </a:ext>
            </a:extLst>
          </p:cNvPr>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a:extLst>
              <a:ext uri="{FF2B5EF4-FFF2-40B4-BE49-F238E27FC236}">
                <a16:creationId xmlns:a16="http://schemas.microsoft.com/office/drawing/2014/main" id="{72056D5F-398C-A6F5-66AE-1A3497544CFA}"/>
              </a:ext>
            </a:extLst>
          </p:cNvPr>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a:extLst>
              <a:ext uri="{FF2B5EF4-FFF2-40B4-BE49-F238E27FC236}">
                <a16:creationId xmlns:a16="http://schemas.microsoft.com/office/drawing/2014/main" id="{1C9A1117-E18E-7C88-972E-B791F0BCE79D}"/>
              </a:ext>
            </a:extLst>
          </p:cNvPr>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a:extLst>
              <a:ext uri="{FF2B5EF4-FFF2-40B4-BE49-F238E27FC236}">
                <a16:creationId xmlns:a16="http://schemas.microsoft.com/office/drawing/2014/main" id="{C94A4BEC-9040-373A-7215-4655DF6B8431}"/>
              </a:ext>
            </a:extLst>
          </p:cNvPr>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a:extLst>
              <a:ext uri="{FF2B5EF4-FFF2-40B4-BE49-F238E27FC236}">
                <a16:creationId xmlns:a16="http://schemas.microsoft.com/office/drawing/2014/main" id="{5029459A-5E24-21BB-AF7C-CC3B09043480}"/>
              </a:ext>
            </a:extLst>
          </p:cNvPr>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a:extLst>
              <a:ext uri="{FF2B5EF4-FFF2-40B4-BE49-F238E27FC236}">
                <a16:creationId xmlns:a16="http://schemas.microsoft.com/office/drawing/2014/main" id="{9967E602-5277-5471-0F39-FFA5BA011067}"/>
              </a:ext>
            </a:extLst>
          </p:cNvPr>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a:extLst>
              <a:ext uri="{FF2B5EF4-FFF2-40B4-BE49-F238E27FC236}">
                <a16:creationId xmlns:a16="http://schemas.microsoft.com/office/drawing/2014/main" id="{C48D20B0-2615-7E76-A30F-2E29DE55DD86}"/>
              </a:ext>
            </a:extLst>
          </p:cNvPr>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a:extLst>
              <a:ext uri="{FF2B5EF4-FFF2-40B4-BE49-F238E27FC236}">
                <a16:creationId xmlns:a16="http://schemas.microsoft.com/office/drawing/2014/main" id="{0C6E6902-0E13-F682-ACEB-DE9814FE7089}"/>
              </a:ext>
            </a:extLst>
          </p:cNvPr>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a:extLst>
              <a:ext uri="{FF2B5EF4-FFF2-40B4-BE49-F238E27FC236}">
                <a16:creationId xmlns:a16="http://schemas.microsoft.com/office/drawing/2014/main" id="{15E2404A-9942-FC13-602F-C1AE386808C0}"/>
              </a:ext>
            </a:extLst>
          </p:cNvPr>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a:extLst>
              <a:ext uri="{FF2B5EF4-FFF2-40B4-BE49-F238E27FC236}">
                <a16:creationId xmlns:a16="http://schemas.microsoft.com/office/drawing/2014/main" id="{C66A8F74-7AA3-96ED-EBD0-19304872D88F}"/>
              </a:ext>
            </a:extLst>
          </p:cNvPr>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nvGrpSpPr>
          <p:cNvPr id="5" name="Группа 4">
            <a:extLst>
              <a:ext uri="{FF2B5EF4-FFF2-40B4-BE49-F238E27FC236}">
                <a16:creationId xmlns:a16="http://schemas.microsoft.com/office/drawing/2014/main" id="{F718EFD1-FDD6-C658-F616-C0DFCF3CA8E9}"/>
              </a:ext>
            </a:extLst>
          </p:cNvPr>
          <p:cNvGrpSpPr/>
          <p:nvPr/>
        </p:nvGrpSpPr>
        <p:grpSpPr>
          <a:xfrm>
            <a:off x="1300495" y="807097"/>
            <a:ext cx="9596443" cy="5250402"/>
            <a:chOff x="1358799" y="488509"/>
            <a:chExt cx="9596443" cy="5250402"/>
          </a:xfrm>
        </p:grpSpPr>
        <p:pic>
          <p:nvPicPr>
            <p:cNvPr id="51" name="Рисунок 50">
              <a:extLst>
                <a:ext uri="{FF2B5EF4-FFF2-40B4-BE49-F238E27FC236}">
                  <a16:creationId xmlns:a16="http://schemas.microsoft.com/office/drawing/2014/main" id="{71D05447-B5AD-4FE5-D577-8B23EC47567B}"/>
                </a:ext>
              </a:extLst>
            </p:cNvPr>
            <p:cNvPicPr>
              <a:picLocks noChangeAspect="1"/>
            </p:cNvPicPr>
            <p:nvPr/>
          </p:nvPicPr>
          <p:blipFill>
            <a:blip r:embed="rId2"/>
            <a:srcRect l="41803" t="47351" r="3908" b="3160"/>
            <a:stretch>
              <a:fillRect/>
            </a:stretch>
          </p:blipFill>
          <p:spPr>
            <a:xfrm>
              <a:off x="1713430" y="777357"/>
              <a:ext cx="8812365" cy="4711972"/>
            </a:xfrm>
            <a:prstGeom prst="rect">
              <a:avLst/>
            </a:prstGeom>
          </p:spPr>
        </p:pic>
        <p:grpSp>
          <p:nvGrpSpPr>
            <p:cNvPr id="3" name="Группа 2">
              <a:extLst>
                <a:ext uri="{FF2B5EF4-FFF2-40B4-BE49-F238E27FC236}">
                  <a16:creationId xmlns:a16="http://schemas.microsoft.com/office/drawing/2014/main" id="{97AF11C2-FEEB-1631-DD2C-9C6E69B9E326}"/>
                </a:ext>
              </a:extLst>
            </p:cNvPr>
            <p:cNvGrpSpPr/>
            <p:nvPr/>
          </p:nvGrpSpPr>
          <p:grpSpPr>
            <a:xfrm>
              <a:off x="1358799" y="488509"/>
              <a:ext cx="9596443" cy="5250402"/>
              <a:chOff x="1358799" y="488508"/>
              <a:chExt cx="9664598" cy="5790663"/>
            </a:xfrm>
          </p:grpSpPr>
          <p:sp>
            <p:nvSpPr>
              <p:cNvPr id="4" name="Прямоугольник 3">
                <a:extLst>
                  <a:ext uri="{FF2B5EF4-FFF2-40B4-BE49-F238E27FC236}">
                    <a16:creationId xmlns:a16="http://schemas.microsoft.com/office/drawing/2014/main" id="{507BBEC8-672E-38D7-09B7-466C096BD5AA}"/>
                  </a:ext>
                </a:extLst>
              </p:cNvPr>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a:extLst>
                  <a:ext uri="{FF2B5EF4-FFF2-40B4-BE49-F238E27FC236}">
                    <a16:creationId xmlns:a16="http://schemas.microsoft.com/office/drawing/2014/main" id="{D7A460B4-78EA-F386-3E89-4EBA5B89BF79}"/>
                  </a:ext>
                </a:extLst>
              </p:cNvPr>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 name="Прямоугольник 6">
                <a:extLst>
                  <a:ext uri="{FF2B5EF4-FFF2-40B4-BE49-F238E27FC236}">
                    <a16:creationId xmlns:a16="http://schemas.microsoft.com/office/drawing/2014/main" id="{93B8FAA9-A4F1-D9B6-851D-1084BD3C9824}"/>
                  </a:ext>
                </a:extLst>
              </p:cNvPr>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a:extLst>
                  <a:ext uri="{FF2B5EF4-FFF2-40B4-BE49-F238E27FC236}">
                    <a16:creationId xmlns:a16="http://schemas.microsoft.com/office/drawing/2014/main" id="{1EE514BC-D525-248E-6CC4-1584FA69CFB6}"/>
                  </a:ext>
                </a:extLst>
              </p:cNvPr>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a:extLst>
                  <a:ext uri="{FF2B5EF4-FFF2-40B4-BE49-F238E27FC236}">
                    <a16:creationId xmlns:a16="http://schemas.microsoft.com/office/drawing/2014/main" id="{A1580880-82E9-3AB0-14F2-83314D6831B6}"/>
                  </a:ext>
                </a:extLst>
              </p:cNvPr>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a:extLst>
                  <a:ext uri="{FF2B5EF4-FFF2-40B4-BE49-F238E27FC236}">
                    <a16:creationId xmlns:a16="http://schemas.microsoft.com/office/drawing/2014/main" id="{397D3AE8-C01E-27F3-4F6F-88917D726AAD}"/>
                  </a:ext>
                </a:extLst>
              </p:cNvPr>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a:extLst>
                  <a:ext uri="{FF2B5EF4-FFF2-40B4-BE49-F238E27FC236}">
                    <a16:creationId xmlns:a16="http://schemas.microsoft.com/office/drawing/2014/main" id="{0F29A3BB-04F1-37DE-3013-27251FE545C6}"/>
                  </a:ext>
                </a:extLst>
              </p:cNvPr>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a:extLst>
                  <a:ext uri="{FF2B5EF4-FFF2-40B4-BE49-F238E27FC236}">
                    <a16:creationId xmlns:a16="http://schemas.microsoft.com/office/drawing/2014/main" id="{2A465B8D-AB69-F76F-51C4-BA5639056398}"/>
                  </a:ext>
                </a:extLst>
              </p:cNvPr>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a:extLst>
                  <a:ext uri="{FF2B5EF4-FFF2-40B4-BE49-F238E27FC236}">
                    <a16:creationId xmlns:a16="http://schemas.microsoft.com/office/drawing/2014/main" id="{D806F732-1686-726B-EBF2-5D744F162944}"/>
                  </a:ext>
                </a:extLst>
              </p:cNvPr>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a:extLst>
                  <a:ext uri="{FF2B5EF4-FFF2-40B4-BE49-F238E27FC236}">
                    <a16:creationId xmlns:a16="http://schemas.microsoft.com/office/drawing/2014/main" id="{93901C07-ECA4-8FAD-5D5E-373E99DFAF6A}"/>
                  </a:ext>
                </a:extLst>
              </p:cNvPr>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a:extLst>
                  <a:ext uri="{FF2B5EF4-FFF2-40B4-BE49-F238E27FC236}">
                    <a16:creationId xmlns:a16="http://schemas.microsoft.com/office/drawing/2014/main" id="{D7EC2CA2-6D2E-30F9-5E2B-F18FEA2471FC}"/>
                  </a:ext>
                </a:extLst>
              </p:cNvPr>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a:extLst>
                  <a:ext uri="{FF2B5EF4-FFF2-40B4-BE49-F238E27FC236}">
                    <a16:creationId xmlns:a16="http://schemas.microsoft.com/office/drawing/2014/main" id="{4913CB66-491B-3700-37D0-9D5992ED0D6E}"/>
                  </a:ext>
                </a:extLst>
              </p:cNvPr>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a:extLst>
                  <a:ext uri="{FF2B5EF4-FFF2-40B4-BE49-F238E27FC236}">
                    <a16:creationId xmlns:a16="http://schemas.microsoft.com/office/drawing/2014/main" id="{60D7BAEC-22CF-5152-76CA-F5DD98E7CE09}"/>
                  </a:ext>
                </a:extLst>
              </p:cNvPr>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a:extLst>
                  <a:ext uri="{FF2B5EF4-FFF2-40B4-BE49-F238E27FC236}">
                    <a16:creationId xmlns:a16="http://schemas.microsoft.com/office/drawing/2014/main" id="{3BDEBEF4-CFE0-FC0E-990F-61294D6496C5}"/>
                  </a:ext>
                </a:extLst>
              </p:cNvPr>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a:extLst>
                  <a:ext uri="{FF2B5EF4-FFF2-40B4-BE49-F238E27FC236}">
                    <a16:creationId xmlns:a16="http://schemas.microsoft.com/office/drawing/2014/main" id="{473C5CB8-AA5F-FF6F-6F33-8F3C3FCE6D2C}"/>
                  </a:ext>
                </a:extLst>
              </p:cNvPr>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a:extLst>
                  <a:ext uri="{FF2B5EF4-FFF2-40B4-BE49-F238E27FC236}">
                    <a16:creationId xmlns:a16="http://schemas.microsoft.com/office/drawing/2014/main" id="{79DCFA76-B639-B852-99C6-56D737B8581F}"/>
                  </a:ext>
                </a:extLst>
              </p:cNvPr>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a:extLst>
                  <a:ext uri="{FF2B5EF4-FFF2-40B4-BE49-F238E27FC236}">
                    <a16:creationId xmlns:a16="http://schemas.microsoft.com/office/drawing/2014/main" id="{B3E1BB15-ECE6-C2ED-0EF0-38C0FFAC1A05}"/>
                  </a:ext>
                </a:extLst>
              </p:cNvPr>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a:extLst>
                  <a:ext uri="{FF2B5EF4-FFF2-40B4-BE49-F238E27FC236}">
                    <a16:creationId xmlns:a16="http://schemas.microsoft.com/office/drawing/2014/main" id="{2556403F-01E3-691E-FC3D-AF68BFF275F3}"/>
                  </a:ext>
                </a:extLst>
              </p:cNvPr>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a:extLst>
                  <a:ext uri="{FF2B5EF4-FFF2-40B4-BE49-F238E27FC236}">
                    <a16:creationId xmlns:a16="http://schemas.microsoft.com/office/drawing/2014/main" id="{99E419D0-930D-F523-6221-21DB8E72C6F7}"/>
                  </a:ext>
                </a:extLst>
              </p:cNvPr>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a:extLst>
                  <a:ext uri="{FF2B5EF4-FFF2-40B4-BE49-F238E27FC236}">
                    <a16:creationId xmlns:a16="http://schemas.microsoft.com/office/drawing/2014/main" id="{5E78C126-778C-C218-9A21-970660EBFEA7}"/>
                  </a:ext>
                </a:extLst>
              </p:cNvPr>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a:extLst>
                  <a:ext uri="{FF2B5EF4-FFF2-40B4-BE49-F238E27FC236}">
                    <a16:creationId xmlns:a16="http://schemas.microsoft.com/office/drawing/2014/main" id="{F5671196-6FA7-79C9-EAE3-2E869303B113}"/>
                  </a:ext>
                </a:extLst>
              </p:cNvPr>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a:extLst>
                  <a:ext uri="{FF2B5EF4-FFF2-40B4-BE49-F238E27FC236}">
                    <a16:creationId xmlns:a16="http://schemas.microsoft.com/office/drawing/2014/main" id="{48C0BB59-A549-E72E-0B15-49461659F4FF}"/>
                  </a:ext>
                </a:extLst>
              </p:cNvPr>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a:extLst>
                  <a:ext uri="{FF2B5EF4-FFF2-40B4-BE49-F238E27FC236}">
                    <a16:creationId xmlns:a16="http://schemas.microsoft.com/office/drawing/2014/main" id="{3802017F-6F9F-AF84-0AF3-114543079C04}"/>
                  </a:ext>
                </a:extLst>
              </p:cNvPr>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grpSp>
    </p:spTree>
    <p:extLst>
      <p:ext uri="{BB962C8B-B14F-4D97-AF65-F5344CB8AC3E}">
        <p14:creationId xmlns:p14="http://schemas.microsoft.com/office/powerpoint/2010/main" val="2334023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3557763" y="2598003"/>
            <a:ext cx="5076474" cy="830997"/>
          </a:xfrm>
          <a:prstGeom prst="rect">
            <a:avLst/>
          </a:prstGeom>
          <a:noFill/>
        </p:spPr>
        <p:txBody>
          <a:bodyPr wrap="square" rtlCol="0">
            <a:spAutoFit/>
          </a:bodyPr>
          <a:lstStyle/>
          <a:p>
            <a:r>
              <a:rPr lang="en-US" sz="4800" dirty="0">
                <a:latin typeface="Minecraft" panose="00000400000000000000" pitchFamily="2" charset="0"/>
                <a:ea typeface="Public Pixel" panose="020B0600000000000000" pitchFamily="34" charset="0"/>
                <a:cs typeface="Public Pixel" panose="020B0600000000000000" pitchFamily="34" charset="0"/>
              </a:rPr>
              <a:t>2. Controller</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Рисунок 53"/>
          <p:cNvPicPr>
            <a:picLocks noChangeAspect="1"/>
          </p:cNvPicPr>
          <p:nvPr/>
        </p:nvPicPr>
        <p:blipFill>
          <a:blip r:embed="rId2"/>
          <a:stretch>
            <a:fillRect/>
          </a:stretch>
        </p:blipFill>
        <p:spPr>
          <a:xfrm>
            <a:off x="2208449" y="1818411"/>
            <a:ext cx="7446675" cy="3890226"/>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186274" y="807097"/>
            <a:ext cx="11819452" cy="707886"/>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Inputs and outputs of the circuit</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grpSp>
        <p:nvGrpSpPr>
          <p:cNvPr id="52" name="Группа 51"/>
          <p:cNvGrpSpPr/>
          <p:nvPr/>
        </p:nvGrpSpPr>
        <p:grpSpPr>
          <a:xfrm>
            <a:off x="1879601" y="1603523"/>
            <a:ext cx="8199120" cy="4329918"/>
            <a:chOff x="1358799" y="488508"/>
            <a:chExt cx="9664598" cy="5790663"/>
          </a:xfrm>
        </p:grpSpPr>
        <p:sp>
          <p:nvSpPr>
            <p:cNvPr id="6" name="Прямоугольник 5"/>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1" name="Прямоугольник 50"/>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6487446" y="2643978"/>
            <a:ext cx="4563509" cy="1323439"/>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The reset part</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pic>
        <p:nvPicPr>
          <p:cNvPr id="50" name="Рисунок 49">
            <a:extLst>
              <a:ext uri="{FF2B5EF4-FFF2-40B4-BE49-F238E27FC236}">
                <a16:creationId xmlns:a16="http://schemas.microsoft.com/office/drawing/2014/main" id="{C461B9FC-73B3-8362-D7AB-C1F476664FAE}"/>
              </a:ext>
            </a:extLst>
          </p:cNvPr>
          <p:cNvPicPr>
            <a:picLocks noChangeAspect="1"/>
          </p:cNvPicPr>
          <p:nvPr/>
        </p:nvPicPr>
        <p:blipFill>
          <a:blip r:embed="rId2"/>
          <a:stretch>
            <a:fillRect/>
          </a:stretch>
        </p:blipFill>
        <p:spPr>
          <a:xfrm>
            <a:off x="2281140" y="916241"/>
            <a:ext cx="3010002" cy="5146565"/>
          </a:xfrm>
          <a:prstGeom prst="rect">
            <a:avLst/>
          </a:prstGeom>
        </p:spPr>
      </p:pic>
      <p:sp>
        <p:nvSpPr>
          <p:cNvPr id="53" name="Прямоугольник 52">
            <a:extLst>
              <a:ext uri="{FF2B5EF4-FFF2-40B4-BE49-F238E27FC236}">
                <a16:creationId xmlns:a16="http://schemas.microsoft.com/office/drawing/2014/main" id="{0C57EBC7-B3AB-D610-0021-81DC5E240627}"/>
              </a:ext>
            </a:extLst>
          </p:cNvPr>
          <p:cNvSpPr>
            <a:spLocks noChangeAspect="1"/>
          </p:cNvSpPr>
          <p:nvPr/>
        </p:nvSpPr>
        <p:spPr>
          <a:xfrm>
            <a:off x="2257182" y="896887"/>
            <a:ext cx="3052929" cy="5190178"/>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a:extLst>
              <a:ext uri="{FF2B5EF4-FFF2-40B4-BE49-F238E27FC236}">
                <a16:creationId xmlns:a16="http://schemas.microsoft.com/office/drawing/2014/main" id="{186A60AD-8011-F18D-BF4C-61114A0F00CF}"/>
              </a:ext>
            </a:extLst>
          </p:cNvPr>
          <p:cNvSpPr>
            <a:spLocks noChangeAspect="1"/>
          </p:cNvSpPr>
          <p:nvPr/>
        </p:nvSpPr>
        <p:spPr>
          <a:xfrm>
            <a:off x="5348626" y="5174999"/>
            <a:ext cx="226727" cy="249488"/>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5" name="Прямоугольник 54">
            <a:extLst>
              <a:ext uri="{FF2B5EF4-FFF2-40B4-BE49-F238E27FC236}">
                <a16:creationId xmlns:a16="http://schemas.microsoft.com/office/drawing/2014/main" id="{9540BDA1-325E-AF0E-2858-24A33798CA99}"/>
              </a:ext>
            </a:extLst>
          </p:cNvPr>
          <p:cNvSpPr>
            <a:spLocks noChangeAspect="1"/>
          </p:cNvSpPr>
          <p:nvPr/>
        </p:nvSpPr>
        <p:spPr>
          <a:xfrm>
            <a:off x="4759578" y="6016700"/>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6" name="Прямоугольник 55">
            <a:extLst>
              <a:ext uri="{FF2B5EF4-FFF2-40B4-BE49-F238E27FC236}">
                <a16:creationId xmlns:a16="http://schemas.microsoft.com/office/drawing/2014/main" id="{61AE587D-20AD-7E7F-2935-31B84A5E398E}"/>
              </a:ext>
            </a:extLst>
          </p:cNvPr>
          <p:cNvSpPr>
            <a:spLocks noChangeAspect="1"/>
          </p:cNvSpPr>
          <p:nvPr/>
        </p:nvSpPr>
        <p:spPr>
          <a:xfrm>
            <a:off x="4977927" y="5785114"/>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7" name="Прямоугольник 56">
            <a:extLst>
              <a:ext uri="{FF2B5EF4-FFF2-40B4-BE49-F238E27FC236}">
                <a16:creationId xmlns:a16="http://schemas.microsoft.com/office/drawing/2014/main" id="{3AE3594F-3512-040A-498B-C97E9037B4E5}"/>
              </a:ext>
            </a:extLst>
          </p:cNvPr>
          <p:cNvSpPr>
            <a:spLocks noChangeAspect="1"/>
          </p:cNvSpPr>
          <p:nvPr/>
        </p:nvSpPr>
        <p:spPr>
          <a:xfrm>
            <a:off x="2431726" y="5835674"/>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8" name="Прямоугольник 57">
            <a:extLst>
              <a:ext uri="{FF2B5EF4-FFF2-40B4-BE49-F238E27FC236}">
                <a16:creationId xmlns:a16="http://schemas.microsoft.com/office/drawing/2014/main" id="{4C62E7CF-7CB0-5A01-98F6-C6E6D704BB60}"/>
              </a:ext>
            </a:extLst>
          </p:cNvPr>
          <p:cNvSpPr>
            <a:spLocks noChangeAspect="1"/>
          </p:cNvSpPr>
          <p:nvPr/>
        </p:nvSpPr>
        <p:spPr>
          <a:xfrm>
            <a:off x="4044100" y="5942204"/>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a:extLst>
              <a:ext uri="{FF2B5EF4-FFF2-40B4-BE49-F238E27FC236}">
                <a16:creationId xmlns:a16="http://schemas.microsoft.com/office/drawing/2014/main" id="{86977D24-0C10-11CD-2811-79B22CB88703}"/>
              </a:ext>
            </a:extLst>
          </p:cNvPr>
          <p:cNvSpPr>
            <a:spLocks noChangeAspect="1"/>
          </p:cNvSpPr>
          <p:nvPr/>
        </p:nvSpPr>
        <p:spPr>
          <a:xfrm>
            <a:off x="1910417" y="4457906"/>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a:extLst>
              <a:ext uri="{FF2B5EF4-FFF2-40B4-BE49-F238E27FC236}">
                <a16:creationId xmlns:a16="http://schemas.microsoft.com/office/drawing/2014/main" id="{B2DEB54F-614F-4DEC-7177-786C7B8484C7}"/>
              </a:ext>
            </a:extLst>
          </p:cNvPr>
          <p:cNvSpPr>
            <a:spLocks noChangeAspect="1"/>
          </p:cNvSpPr>
          <p:nvPr/>
        </p:nvSpPr>
        <p:spPr>
          <a:xfrm>
            <a:off x="2062817" y="4610306"/>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9EA17BBC-B8C6-A96A-E784-2FF368724BCE}"/>
              </a:ext>
            </a:extLst>
          </p:cNvPr>
          <p:cNvSpPr>
            <a:spLocks noChangeAspect="1"/>
          </p:cNvSpPr>
          <p:nvPr/>
        </p:nvSpPr>
        <p:spPr>
          <a:xfrm>
            <a:off x="3266130" y="5857499"/>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15E9C087-472E-CC0E-9F95-6684D1C75B9D}"/>
              </a:ext>
            </a:extLst>
          </p:cNvPr>
          <p:cNvSpPr>
            <a:spLocks noChangeAspect="1"/>
          </p:cNvSpPr>
          <p:nvPr/>
        </p:nvSpPr>
        <p:spPr>
          <a:xfrm>
            <a:off x="2062817" y="5541813"/>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A941B54B-7AD6-7BFC-8A8E-5D8CF6D381A0}"/>
              </a:ext>
            </a:extLst>
          </p:cNvPr>
          <p:cNvSpPr>
            <a:spLocks noChangeAspect="1"/>
          </p:cNvSpPr>
          <p:nvPr/>
        </p:nvSpPr>
        <p:spPr>
          <a:xfrm rot="10800000">
            <a:off x="5196594" y="1431019"/>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09D46903-531A-6144-D886-DF367F5CC185}"/>
              </a:ext>
            </a:extLst>
          </p:cNvPr>
          <p:cNvSpPr>
            <a:spLocks noChangeAspect="1"/>
          </p:cNvSpPr>
          <p:nvPr/>
        </p:nvSpPr>
        <p:spPr>
          <a:xfrm rot="10800000">
            <a:off x="3995806" y="694013"/>
            <a:ext cx="236811" cy="26058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a:extLst>
              <a:ext uri="{FF2B5EF4-FFF2-40B4-BE49-F238E27FC236}">
                <a16:creationId xmlns:a16="http://schemas.microsoft.com/office/drawing/2014/main" id="{1DA881F7-F39F-D755-1D3B-670B04684061}"/>
              </a:ext>
            </a:extLst>
          </p:cNvPr>
          <p:cNvSpPr>
            <a:spLocks noChangeAspect="1"/>
          </p:cNvSpPr>
          <p:nvPr/>
        </p:nvSpPr>
        <p:spPr>
          <a:xfrm rot="10800000">
            <a:off x="4054301" y="612321"/>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a:extLst>
              <a:ext uri="{FF2B5EF4-FFF2-40B4-BE49-F238E27FC236}">
                <a16:creationId xmlns:a16="http://schemas.microsoft.com/office/drawing/2014/main" id="{07215560-09BE-2AA1-13DA-37D9EB277393}"/>
              </a:ext>
            </a:extLst>
          </p:cNvPr>
          <p:cNvSpPr>
            <a:spLocks noChangeAspect="1"/>
          </p:cNvSpPr>
          <p:nvPr/>
        </p:nvSpPr>
        <p:spPr>
          <a:xfrm rot="10800000">
            <a:off x="5389261" y="1620740"/>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46DE26A1-10D4-BF20-7475-4DBA410D5C62}"/>
              </a:ext>
            </a:extLst>
          </p:cNvPr>
          <p:cNvSpPr>
            <a:spLocks noChangeAspect="1"/>
          </p:cNvSpPr>
          <p:nvPr/>
        </p:nvSpPr>
        <p:spPr>
          <a:xfrm rot="10800000">
            <a:off x="5371826" y="970820"/>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E962978D-746F-537D-674B-E79E1FF1024E}"/>
              </a:ext>
            </a:extLst>
          </p:cNvPr>
          <p:cNvSpPr>
            <a:spLocks noChangeAspect="1"/>
          </p:cNvSpPr>
          <p:nvPr/>
        </p:nvSpPr>
        <p:spPr>
          <a:xfrm rot="5400000">
            <a:off x="2085336" y="716107"/>
            <a:ext cx="220289" cy="28013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3861D1A9-5796-B88C-C380-367DB98A027C}"/>
              </a:ext>
            </a:extLst>
          </p:cNvPr>
          <p:cNvSpPr>
            <a:spLocks noChangeAspect="1"/>
          </p:cNvSpPr>
          <p:nvPr/>
        </p:nvSpPr>
        <p:spPr>
          <a:xfrm rot="5400000">
            <a:off x="5085413" y="679802"/>
            <a:ext cx="233223" cy="29658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a:extLst>
              <a:ext uri="{FF2B5EF4-FFF2-40B4-BE49-F238E27FC236}">
                <a16:creationId xmlns:a16="http://schemas.microsoft.com/office/drawing/2014/main" id="{8521E354-86B2-7E51-13A4-1836A2CA6859}"/>
              </a:ext>
            </a:extLst>
          </p:cNvPr>
          <p:cNvSpPr>
            <a:spLocks noChangeAspect="1"/>
          </p:cNvSpPr>
          <p:nvPr/>
        </p:nvSpPr>
        <p:spPr>
          <a:xfrm rot="5400000">
            <a:off x="3468153" y="769793"/>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a:extLst>
              <a:ext uri="{FF2B5EF4-FFF2-40B4-BE49-F238E27FC236}">
                <a16:creationId xmlns:a16="http://schemas.microsoft.com/office/drawing/2014/main" id="{EFF71198-62A9-6163-6C75-125A38B31301}"/>
              </a:ext>
            </a:extLst>
          </p:cNvPr>
          <p:cNvSpPr>
            <a:spLocks noChangeAspect="1"/>
          </p:cNvSpPr>
          <p:nvPr/>
        </p:nvSpPr>
        <p:spPr>
          <a:xfrm rot="5400000">
            <a:off x="3050819" y="669223"/>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a:extLst>
              <a:ext uri="{FF2B5EF4-FFF2-40B4-BE49-F238E27FC236}">
                <a16:creationId xmlns:a16="http://schemas.microsoft.com/office/drawing/2014/main" id="{258FEA30-EC0D-6212-0B89-44FB15F3C901}"/>
              </a:ext>
            </a:extLst>
          </p:cNvPr>
          <p:cNvSpPr>
            <a:spLocks noChangeAspect="1"/>
          </p:cNvSpPr>
          <p:nvPr/>
        </p:nvSpPr>
        <p:spPr>
          <a:xfrm rot="5400000">
            <a:off x="2111634" y="3799275"/>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a:extLst>
              <a:ext uri="{FF2B5EF4-FFF2-40B4-BE49-F238E27FC236}">
                <a16:creationId xmlns:a16="http://schemas.microsoft.com/office/drawing/2014/main" id="{B22405EB-ACC4-1602-B52D-1672CE0BC5AB}"/>
              </a:ext>
            </a:extLst>
          </p:cNvPr>
          <p:cNvSpPr>
            <a:spLocks noChangeAspect="1"/>
          </p:cNvSpPr>
          <p:nvPr/>
        </p:nvSpPr>
        <p:spPr>
          <a:xfrm rot="5400000">
            <a:off x="2005670" y="3270587"/>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a:extLst>
              <a:ext uri="{FF2B5EF4-FFF2-40B4-BE49-F238E27FC236}">
                <a16:creationId xmlns:a16="http://schemas.microsoft.com/office/drawing/2014/main" id="{82D14983-1FAF-6493-C66C-06B02DE30FD8}"/>
              </a:ext>
            </a:extLst>
          </p:cNvPr>
          <p:cNvSpPr>
            <a:spLocks noChangeAspect="1"/>
          </p:cNvSpPr>
          <p:nvPr/>
        </p:nvSpPr>
        <p:spPr>
          <a:xfrm rot="5400000">
            <a:off x="5457214" y="5517067"/>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5" name="Прямоугольник 74">
            <a:extLst>
              <a:ext uri="{FF2B5EF4-FFF2-40B4-BE49-F238E27FC236}">
                <a16:creationId xmlns:a16="http://schemas.microsoft.com/office/drawing/2014/main" id="{50762085-0C3E-F076-4605-B9ED47B1F1D1}"/>
              </a:ext>
            </a:extLst>
          </p:cNvPr>
          <p:cNvSpPr>
            <a:spLocks noChangeAspect="1"/>
          </p:cNvSpPr>
          <p:nvPr/>
        </p:nvSpPr>
        <p:spPr>
          <a:xfrm rot="5400000">
            <a:off x="5350285" y="4309321"/>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053088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D174F9D4-3D55-6724-6118-D9882DBFF6AD}"/>
              </a:ext>
            </a:extLst>
          </p:cNvPr>
          <p:cNvPicPr>
            <a:picLocks noChangeAspect="1"/>
          </p:cNvPicPr>
          <p:nvPr/>
        </p:nvPicPr>
        <p:blipFill>
          <a:blip r:embed="rId2"/>
          <a:stretch>
            <a:fillRect/>
          </a:stretch>
        </p:blipFill>
        <p:spPr>
          <a:xfrm>
            <a:off x="921116" y="1271219"/>
            <a:ext cx="6063984" cy="3989463"/>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36028" y="2521263"/>
            <a:ext cx="4563509" cy="1323439"/>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The part with Registers</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sp>
        <p:nvSpPr>
          <p:cNvPr id="53" name="Прямоугольник 52">
            <a:extLst>
              <a:ext uri="{FF2B5EF4-FFF2-40B4-BE49-F238E27FC236}">
                <a16:creationId xmlns:a16="http://schemas.microsoft.com/office/drawing/2014/main" id="{0C57EBC7-B3AB-D610-0021-81DC5E240627}"/>
              </a:ext>
            </a:extLst>
          </p:cNvPr>
          <p:cNvSpPr>
            <a:spLocks noChangeAspect="1"/>
          </p:cNvSpPr>
          <p:nvPr/>
        </p:nvSpPr>
        <p:spPr>
          <a:xfrm>
            <a:off x="882551" y="1271219"/>
            <a:ext cx="6063984" cy="399328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a:extLst>
              <a:ext uri="{FF2B5EF4-FFF2-40B4-BE49-F238E27FC236}">
                <a16:creationId xmlns:a16="http://schemas.microsoft.com/office/drawing/2014/main" id="{186A60AD-8011-F18D-BF4C-61114A0F00CF}"/>
              </a:ext>
            </a:extLst>
          </p:cNvPr>
          <p:cNvSpPr>
            <a:spLocks noChangeAspect="1"/>
          </p:cNvSpPr>
          <p:nvPr/>
        </p:nvSpPr>
        <p:spPr>
          <a:xfrm>
            <a:off x="6953517" y="4446724"/>
            <a:ext cx="226727" cy="249488"/>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5" name="Прямоугольник 54">
            <a:extLst>
              <a:ext uri="{FF2B5EF4-FFF2-40B4-BE49-F238E27FC236}">
                <a16:creationId xmlns:a16="http://schemas.microsoft.com/office/drawing/2014/main" id="{9540BDA1-325E-AF0E-2858-24A33798CA99}"/>
              </a:ext>
            </a:extLst>
          </p:cNvPr>
          <p:cNvSpPr>
            <a:spLocks noChangeAspect="1"/>
          </p:cNvSpPr>
          <p:nvPr/>
        </p:nvSpPr>
        <p:spPr>
          <a:xfrm>
            <a:off x="1181960" y="1101115"/>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6" name="Прямоугольник 55">
            <a:extLst>
              <a:ext uri="{FF2B5EF4-FFF2-40B4-BE49-F238E27FC236}">
                <a16:creationId xmlns:a16="http://schemas.microsoft.com/office/drawing/2014/main" id="{61AE587D-20AD-7E7F-2935-31B84A5E398E}"/>
              </a:ext>
            </a:extLst>
          </p:cNvPr>
          <p:cNvSpPr>
            <a:spLocks noChangeAspect="1"/>
          </p:cNvSpPr>
          <p:nvPr/>
        </p:nvSpPr>
        <p:spPr>
          <a:xfrm>
            <a:off x="6582818" y="5056839"/>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7" name="Прямоугольник 56">
            <a:extLst>
              <a:ext uri="{FF2B5EF4-FFF2-40B4-BE49-F238E27FC236}">
                <a16:creationId xmlns:a16="http://schemas.microsoft.com/office/drawing/2014/main" id="{3AE3594F-3512-040A-498B-C97E9037B4E5}"/>
              </a:ext>
            </a:extLst>
          </p:cNvPr>
          <p:cNvSpPr>
            <a:spLocks noChangeAspect="1"/>
          </p:cNvSpPr>
          <p:nvPr/>
        </p:nvSpPr>
        <p:spPr>
          <a:xfrm>
            <a:off x="1122562" y="5203331"/>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8" name="Прямоугольник 57">
            <a:extLst>
              <a:ext uri="{FF2B5EF4-FFF2-40B4-BE49-F238E27FC236}">
                <a16:creationId xmlns:a16="http://schemas.microsoft.com/office/drawing/2014/main" id="{4C62E7CF-7CB0-5A01-98F6-C6E6D704BB60}"/>
              </a:ext>
            </a:extLst>
          </p:cNvPr>
          <p:cNvSpPr>
            <a:spLocks noChangeAspect="1"/>
          </p:cNvSpPr>
          <p:nvPr/>
        </p:nvSpPr>
        <p:spPr>
          <a:xfrm>
            <a:off x="2734936" y="5309861"/>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a:extLst>
              <a:ext uri="{FF2B5EF4-FFF2-40B4-BE49-F238E27FC236}">
                <a16:creationId xmlns:a16="http://schemas.microsoft.com/office/drawing/2014/main" id="{86977D24-0C10-11CD-2811-79B22CB88703}"/>
              </a:ext>
            </a:extLst>
          </p:cNvPr>
          <p:cNvSpPr>
            <a:spLocks noChangeAspect="1"/>
          </p:cNvSpPr>
          <p:nvPr/>
        </p:nvSpPr>
        <p:spPr>
          <a:xfrm>
            <a:off x="601253" y="3825563"/>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a:extLst>
              <a:ext uri="{FF2B5EF4-FFF2-40B4-BE49-F238E27FC236}">
                <a16:creationId xmlns:a16="http://schemas.microsoft.com/office/drawing/2014/main" id="{B2DEB54F-614F-4DEC-7177-786C7B8484C7}"/>
              </a:ext>
            </a:extLst>
          </p:cNvPr>
          <p:cNvSpPr>
            <a:spLocks noChangeAspect="1"/>
          </p:cNvSpPr>
          <p:nvPr/>
        </p:nvSpPr>
        <p:spPr>
          <a:xfrm>
            <a:off x="753653" y="3977963"/>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9EA17BBC-B8C6-A96A-E784-2FF368724BCE}"/>
              </a:ext>
            </a:extLst>
          </p:cNvPr>
          <p:cNvSpPr>
            <a:spLocks noChangeAspect="1"/>
          </p:cNvSpPr>
          <p:nvPr/>
        </p:nvSpPr>
        <p:spPr>
          <a:xfrm>
            <a:off x="1956966" y="5225156"/>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15E9C087-472E-CC0E-9F95-6684D1C75B9D}"/>
              </a:ext>
            </a:extLst>
          </p:cNvPr>
          <p:cNvSpPr>
            <a:spLocks noChangeAspect="1"/>
          </p:cNvSpPr>
          <p:nvPr/>
        </p:nvSpPr>
        <p:spPr>
          <a:xfrm>
            <a:off x="753653" y="4909470"/>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A941B54B-7AD6-7BFC-8A8E-5D8CF6D381A0}"/>
              </a:ext>
            </a:extLst>
          </p:cNvPr>
          <p:cNvSpPr>
            <a:spLocks noChangeAspect="1"/>
          </p:cNvSpPr>
          <p:nvPr/>
        </p:nvSpPr>
        <p:spPr>
          <a:xfrm rot="10800000">
            <a:off x="6987577" y="1791988"/>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09D46903-531A-6144-D886-DF367F5CC185}"/>
              </a:ext>
            </a:extLst>
          </p:cNvPr>
          <p:cNvSpPr>
            <a:spLocks noChangeAspect="1"/>
          </p:cNvSpPr>
          <p:nvPr/>
        </p:nvSpPr>
        <p:spPr>
          <a:xfrm rot="10800000">
            <a:off x="5786789" y="1054982"/>
            <a:ext cx="236811" cy="26058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a:extLst>
              <a:ext uri="{FF2B5EF4-FFF2-40B4-BE49-F238E27FC236}">
                <a16:creationId xmlns:a16="http://schemas.microsoft.com/office/drawing/2014/main" id="{1DA881F7-F39F-D755-1D3B-670B04684061}"/>
              </a:ext>
            </a:extLst>
          </p:cNvPr>
          <p:cNvSpPr>
            <a:spLocks noChangeAspect="1"/>
          </p:cNvSpPr>
          <p:nvPr/>
        </p:nvSpPr>
        <p:spPr>
          <a:xfrm rot="10800000">
            <a:off x="5845284" y="973290"/>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a:extLst>
              <a:ext uri="{FF2B5EF4-FFF2-40B4-BE49-F238E27FC236}">
                <a16:creationId xmlns:a16="http://schemas.microsoft.com/office/drawing/2014/main" id="{07215560-09BE-2AA1-13DA-37D9EB277393}"/>
              </a:ext>
            </a:extLst>
          </p:cNvPr>
          <p:cNvSpPr>
            <a:spLocks noChangeAspect="1"/>
          </p:cNvSpPr>
          <p:nvPr/>
        </p:nvSpPr>
        <p:spPr>
          <a:xfrm rot="10800000">
            <a:off x="7180244" y="1981709"/>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46DE26A1-10D4-BF20-7475-4DBA410D5C62}"/>
              </a:ext>
            </a:extLst>
          </p:cNvPr>
          <p:cNvSpPr>
            <a:spLocks noChangeAspect="1"/>
          </p:cNvSpPr>
          <p:nvPr/>
        </p:nvSpPr>
        <p:spPr>
          <a:xfrm rot="10800000">
            <a:off x="7162809" y="1331789"/>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E962978D-746F-537D-674B-E79E1FF1024E}"/>
              </a:ext>
            </a:extLst>
          </p:cNvPr>
          <p:cNvSpPr>
            <a:spLocks noChangeAspect="1"/>
          </p:cNvSpPr>
          <p:nvPr/>
        </p:nvSpPr>
        <p:spPr>
          <a:xfrm rot="5400000">
            <a:off x="3876319" y="1077076"/>
            <a:ext cx="220289" cy="28013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3861D1A9-5796-B88C-C380-367DB98A027C}"/>
              </a:ext>
            </a:extLst>
          </p:cNvPr>
          <p:cNvSpPr>
            <a:spLocks noChangeAspect="1"/>
          </p:cNvSpPr>
          <p:nvPr/>
        </p:nvSpPr>
        <p:spPr>
          <a:xfrm rot="5400000">
            <a:off x="6876396" y="1040771"/>
            <a:ext cx="233223" cy="29658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a:extLst>
              <a:ext uri="{FF2B5EF4-FFF2-40B4-BE49-F238E27FC236}">
                <a16:creationId xmlns:a16="http://schemas.microsoft.com/office/drawing/2014/main" id="{8521E354-86B2-7E51-13A4-1836A2CA6859}"/>
              </a:ext>
            </a:extLst>
          </p:cNvPr>
          <p:cNvSpPr>
            <a:spLocks noChangeAspect="1"/>
          </p:cNvSpPr>
          <p:nvPr/>
        </p:nvSpPr>
        <p:spPr>
          <a:xfrm rot="5400000">
            <a:off x="5259136" y="1130762"/>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a:extLst>
              <a:ext uri="{FF2B5EF4-FFF2-40B4-BE49-F238E27FC236}">
                <a16:creationId xmlns:a16="http://schemas.microsoft.com/office/drawing/2014/main" id="{EFF71198-62A9-6163-6C75-125A38B31301}"/>
              </a:ext>
            </a:extLst>
          </p:cNvPr>
          <p:cNvSpPr>
            <a:spLocks noChangeAspect="1"/>
          </p:cNvSpPr>
          <p:nvPr/>
        </p:nvSpPr>
        <p:spPr>
          <a:xfrm rot="5400000">
            <a:off x="4841802" y="1030192"/>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a:extLst>
              <a:ext uri="{FF2B5EF4-FFF2-40B4-BE49-F238E27FC236}">
                <a16:creationId xmlns:a16="http://schemas.microsoft.com/office/drawing/2014/main" id="{258FEA30-EC0D-6212-0B89-44FB15F3C901}"/>
              </a:ext>
            </a:extLst>
          </p:cNvPr>
          <p:cNvSpPr>
            <a:spLocks noChangeAspect="1"/>
          </p:cNvSpPr>
          <p:nvPr/>
        </p:nvSpPr>
        <p:spPr>
          <a:xfrm rot="5400000">
            <a:off x="802470" y="3166932"/>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a:extLst>
              <a:ext uri="{FF2B5EF4-FFF2-40B4-BE49-F238E27FC236}">
                <a16:creationId xmlns:a16="http://schemas.microsoft.com/office/drawing/2014/main" id="{B22405EB-ACC4-1602-B52D-1672CE0BC5AB}"/>
              </a:ext>
            </a:extLst>
          </p:cNvPr>
          <p:cNvSpPr>
            <a:spLocks noChangeAspect="1"/>
          </p:cNvSpPr>
          <p:nvPr/>
        </p:nvSpPr>
        <p:spPr>
          <a:xfrm rot="5400000">
            <a:off x="696506" y="2638244"/>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a:extLst>
              <a:ext uri="{FF2B5EF4-FFF2-40B4-BE49-F238E27FC236}">
                <a16:creationId xmlns:a16="http://schemas.microsoft.com/office/drawing/2014/main" id="{82D14983-1FAF-6493-C66C-06B02DE30FD8}"/>
              </a:ext>
            </a:extLst>
          </p:cNvPr>
          <p:cNvSpPr>
            <a:spLocks noChangeAspect="1"/>
          </p:cNvSpPr>
          <p:nvPr/>
        </p:nvSpPr>
        <p:spPr>
          <a:xfrm rot="5400000">
            <a:off x="7062105" y="4788792"/>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5" name="Прямоугольник 74">
            <a:extLst>
              <a:ext uri="{FF2B5EF4-FFF2-40B4-BE49-F238E27FC236}">
                <a16:creationId xmlns:a16="http://schemas.microsoft.com/office/drawing/2014/main" id="{50762085-0C3E-F076-4605-B9ED47B1F1D1}"/>
              </a:ext>
            </a:extLst>
          </p:cNvPr>
          <p:cNvSpPr>
            <a:spLocks noChangeAspect="1"/>
          </p:cNvSpPr>
          <p:nvPr/>
        </p:nvSpPr>
        <p:spPr>
          <a:xfrm rot="5400000">
            <a:off x="6955176" y="3581046"/>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385845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78093" y="2530541"/>
            <a:ext cx="4563509" cy="1323439"/>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The part with Registers</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pic>
        <p:nvPicPr>
          <p:cNvPr id="53" name="Рисунок 52">
            <a:extLst>
              <a:ext uri="{FF2B5EF4-FFF2-40B4-BE49-F238E27FC236}">
                <a16:creationId xmlns:a16="http://schemas.microsoft.com/office/drawing/2014/main" id="{46851F36-17E0-511A-B91F-E413DCD7BD6B}"/>
              </a:ext>
            </a:extLst>
          </p:cNvPr>
          <p:cNvPicPr>
            <a:picLocks noChangeAspect="1"/>
          </p:cNvPicPr>
          <p:nvPr/>
        </p:nvPicPr>
        <p:blipFill>
          <a:blip r:embed="rId2"/>
          <a:stretch>
            <a:fillRect/>
          </a:stretch>
        </p:blipFill>
        <p:spPr>
          <a:xfrm>
            <a:off x="1410561" y="1441499"/>
            <a:ext cx="5268060" cy="3943900"/>
          </a:xfrm>
          <a:prstGeom prst="rect">
            <a:avLst/>
          </a:prstGeom>
        </p:spPr>
      </p:pic>
      <p:sp>
        <p:nvSpPr>
          <p:cNvPr id="56" name="Прямоугольник 55">
            <a:extLst>
              <a:ext uri="{FF2B5EF4-FFF2-40B4-BE49-F238E27FC236}">
                <a16:creationId xmlns:a16="http://schemas.microsoft.com/office/drawing/2014/main" id="{5D1BF84E-F316-0B59-8AB6-D5F2F28A2F1D}"/>
              </a:ext>
            </a:extLst>
          </p:cNvPr>
          <p:cNvSpPr>
            <a:spLocks noChangeAspect="1"/>
          </p:cNvSpPr>
          <p:nvPr/>
        </p:nvSpPr>
        <p:spPr>
          <a:xfrm>
            <a:off x="1381918" y="1424426"/>
            <a:ext cx="5296703" cy="3960973"/>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7" name="Прямоугольник 56">
            <a:extLst>
              <a:ext uri="{FF2B5EF4-FFF2-40B4-BE49-F238E27FC236}">
                <a16:creationId xmlns:a16="http://schemas.microsoft.com/office/drawing/2014/main" id="{D5705565-E6F0-5543-A30E-999D163929EA}"/>
              </a:ext>
            </a:extLst>
          </p:cNvPr>
          <p:cNvSpPr>
            <a:spLocks noChangeAspect="1"/>
          </p:cNvSpPr>
          <p:nvPr/>
        </p:nvSpPr>
        <p:spPr>
          <a:xfrm>
            <a:off x="6746874" y="4554119"/>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8" name="Прямоугольник 57">
            <a:extLst>
              <a:ext uri="{FF2B5EF4-FFF2-40B4-BE49-F238E27FC236}">
                <a16:creationId xmlns:a16="http://schemas.microsoft.com/office/drawing/2014/main" id="{A93EEE78-D63C-2371-7ED7-5D3083BAA283}"/>
              </a:ext>
            </a:extLst>
          </p:cNvPr>
          <p:cNvSpPr>
            <a:spLocks noChangeAspect="1"/>
          </p:cNvSpPr>
          <p:nvPr/>
        </p:nvSpPr>
        <p:spPr>
          <a:xfrm>
            <a:off x="6157826" y="5395820"/>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a:extLst>
              <a:ext uri="{FF2B5EF4-FFF2-40B4-BE49-F238E27FC236}">
                <a16:creationId xmlns:a16="http://schemas.microsoft.com/office/drawing/2014/main" id="{ABB5C7AE-1955-B46E-B41F-A68A2BEFCB0B}"/>
              </a:ext>
            </a:extLst>
          </p:cNvPr>
          <p:cNvSpPr>
            <a:spLocks noChangeAspect="1"/>
          </p:cNvSpPr>
          <p:nvPr/>
        </p:nvSpPr>
        <p:spPr>
          <a:xfrm>
            <a:off x="6376175" y="5164234"/>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a:extLst>
              <a:ext uri="{FF2B5EF4-FFF2-40B4-BE49-F238E27FC236}">
                <a16:creationId xmlns:a16="http://schemas.microsoft.com/office/drawing/2014/main" id="{06C6991D-1E31-6982-9E53-84C542E7A3AB}"/>
              </a:ext>
            </a:extLst>
          </p:cNvPr>
          <p:cNvSpPr>
            <a:spLocks noChangeAspect="1"/>
          </p:cNvSpPr>
          <p:nvPr/>
        </p:nvSpPr>
        <p:spPr>
          <a:xfrm>
            <a:off x="1608850" y="5260170"/>
            <a:ext cx="286300" cy="31504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E08C3CC0-FA79-9855-48E4-B73E7532B101}"/>
              </a:ext>
            </a:extLst>
          </p:cNvPr>
          <p:cNvSpPr>
            <a:spLocks noChangeAspect="1"/>
          </p:cNvSpPr>
          <p:nvPr/>
        </p:nvSpPr>
        <p:spPr>
          <a:xfrm>
            <a:off x="5442348" y="5321324"/>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BDA4E69-176E-4DC7-F666-762F53E7B08E}"/>
              </a:ext>
            </a:extLst>
          </p:cNvPr>
          <p:cNvSpPr>
            <a:spLocks noChangeAspect="1"/>
          </p:cNvSpPr>
          <p:nvPr/>
        </p:nvSpPr>
        <p:spPr>
          <a:xfrm>
            <a:off x="1030584" y="4028905"/>
            <a:ext cx="286300" cy="31504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4434FFDD-A063-6CA1-3EC0-A2D25D4115DB}"/>
              </a:ext>
            </a:extLst>
          </p:cNvPr>
          <p:cNvSpPr>
            <a:spLocks noChangeAspect="1"/>
          </p:cNvSpPr>
          <p:nvPr/>
        </p:nvSpPr>
        <p:spPr>
          <a:xfrm>
            <a:off x="1182984" y="4181305"/>
            <a:ext cx="286300" cy="31504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A4540361-A5CF-DDAE-DE8E-D510C7D8F988}"/>
              </a:ext>
            </a:extLst>
          </p:cNvPr>
          <p:cNvSpPr>
            <a:spLocks noChangeAspect="1"/>
          </p:cNvSpPr>
          <p:nvPr/>
        </p:nvSpPr>
        <p:spPr>
          <a:xfrm>
            <a:off x="2386297" y="5428498"/>
            <a:ext cx="286300" cy="31504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a:extLst>
              <a:ext uri="{FF2B5EF4-FFF2-40B4-BE49-F238E27FC236}">
                <a16:creationId xmlns:a16="http://schemas.microsoft.com/office/drawing/2014/main" id="{61174B8D-D0AD-75C6-16B7-DFCB6513C7C6}"/>
              </a:ext>
            </a:extLst>
          </p:cNvPr>
          <p:cNvSpPr>
            <a:spLocks noChangeAspect="1"/>
          </p:cNvSpPr>
          <p:nvPr/>
        </p:nvSpPr>
        <p:spPr>
          <a:xfrm>
            <a:off x="1182984" y="5112812"/>
            <a:ext cx="286300" cy="31504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a:extLst>
              <a:ext uri="{FF2B5EF4-FFF2-40B4-BE49-F238E27FC236}">
                <a16:creationId xmlns:a16="http://schemas.microsoft.com/office/drawing/2014/main" id="{5FDB87F8-4D18-2F48-7764-9D39DBAE3724}"/>
              </a:ext>
            </a:extLst>
          </p:cNvPr>
          <p:cNvSpPr>
            <a:spLocks noChangeAspect="1"/>
          </p:cNvSpPr>
          <p:nvPr/>
        </p:nvSpPr>
        <p:spPr>
          <a:xfrm rot="10800000">
            <a:off x="6640496" y="1918719"/>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D566B082-E709-9908-0DD5-04045B36D37B}"/>
              </a:ext>
            </a:extLst>
          </p:cNvPr>
          <p:cNvSpPr>
            <a:spLocks noChangeAspect="1"/>
          </p:cNvSpPr>
          <p:nvPr/>
        </p:nvSpPr>
        <p:spPr>
          <a:xfrm rot="10800000">
            <a:off x="3657840" y="1163069"/>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3040185B-C61A-ABAB-C8F4-5A58AE7463F7}"/>
              </a:ext>
            </a:extLst>
          </p:cNvPr>
          <p:cNvSpPr>
            <a:spLocks noChangeAspect="1"/>
          </p:cNvSpPr>
          <p:nvPr/>
        </p:nvSpPr>
        <p:spPr>
          <a:xfrm rot="10800000">
            <a:off x="5498203" y="1100021"/>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83323028-1E5C-F497-57A4-96501AD8DCAD}"/>
              </a:ext>
            </a:extLst>
          </p:cNvPr>
          <p:cNvSpPr>
            <a:spLocks noChangeAspect="1"/>
          </p:cNvSpPr>
          <p:nvPr/>
        </p:nvSpPr>
        <p:spPr>
          <a:xfrm rot="10800000">
            <a:off x="6833163" y="2108440"/>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a:extLst>
              <a:ext uri="{FF2B5EF4-FFF2-40B4-BE49-F238E27FC236}">
                <a16:creationId xmlns:a16="http://schemas.microsoft.com/office/drawing/2014/main" id="{E631C48B-02B5-DE06-52ED-B534E4D7D8F8}"/>
              </a:ext>
            </a:extLst>
          </p:cNvPr>
          <p:cNvSpPr>
            <a:spLocks noChangeAspect="1"/>
          </p:cNvSpPr>
          <p:nvPr/>
        </p:nvSpPr>
        <p:spPr>
          <a:xfrm rot="10800000">
            <a:off x="6815728" y="1458520"/>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a:extLst>
              <a:ext uri="{FF2B5EF4-FFF2-40B4-BE49-F238E27FC236}">
                <a16:creationId xmlns:a16="http://schemas.microsoft.com/office/drawing/2014/main" id="{B80936C7-04B8-0277-D3CD-85DC43247E1F}"/>
              </a:ext>
            </a:extLst>
          </p:cNvPr>
          <p:cNvSpPr>
            <a:spLocks noChangeAspect="1"/>
          </p:cNvSpPr>
          <p:nvPr/>
        </p:nvSpPr>
        <p:spPr>
          <a:xfrm rot="5400000">
            <a:off x="1864903" y="1034916"/>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a:extLst>
              <a:ext uri="{FF2B5EF4-FFF2-40B4-BE49-F238E27FC236}">
                <a16:creationId xmlns:a16="http://schemas.microsoft.com/office/drawing/2014/main" id="{27E12159-D051-47EC-4852-18DAC0A52B31}"/>
              </a:ext>
            </a:extLst>
          </p:cNvPr>
          <p:cNvSpPr>
            <a:spLocks noChangeAspect="1"/>
          </p:cNvSpPr>
          <p:nvPr/>
        </p:nvSpPr>
        <p:spPr>
          <a:xfrm rot="5400000">
            <a:off x="6530276" y="1167835"/>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a:extLst>
              <a:ext uri="{FF2B5EF4-FFF2-40B4-BE49-F238E27FC236}">
                <a16:creationId xmlns:a16="http://schemas.microsoft.com/office/drawing/2014/main" id="{5CA6D906-6D53-E9C2-2067-BC84E90D3B5F}"/>
              </a:ext>
            </a:extLst>
          </p:cNvPr>
          <p:cNvSpPr>
            <a:spLocks noChangeAspect="1"/>
          </p:cNvSpPr>
          <p:nvPr/>
        </p:nvSpPr>
        <p:spPr>
          <a:xfrm rot="5400000">
            <a:off x="3066307" y="1056824"/>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a:extLst>
              <a:ext uri="{FF2B5EF4-FFF2-40B4-BE49-F238E27FC236}">
                <a16:creationId xmlns:a16="http://schemas.microsoft.com/office/drawing/2014/main" id="{95DC2A44-5FEA-C751-EB67-B97395614559}"/>
              </a:ext>
            </a:extLst>
          </p:cNvPr>
          <p:cNvSpPr>
            <a:spLocks noChangeAspect="1"/>
          </p:cNvSpPr>
          <p:nvPr/>
        </p:nvSpPr>
        <p:spPr>
          <a:xfrm rot="5400000">
            <a:off x="2740695" y="1158078"/>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5" name="Прямоугольник 74">
            <a:extLst>
              <a:ext uri="{FF2B5EF4-FFF2-40B4-BE49-F238E27FC236}">
                <a16:creationId xmlns:a16="http://schemas.microsoft.com/office/drawing/2014/main" id="{02BCD0BD-FE76-5DEB-7706-EEE972B5B373}"/>
              </a:ext>
            </a:extLst>
          </p:cNvPr>
          <p:cNvSpPr>
            <a:spLocks noChangeAspect="1"/>
          </p:cNvSpPr>
          <p:nvPr/>
        </p:nvSpPr>
        <p:spPr>
          <a:xfrm rot="5400000">
            <a:off x="1232866" y="3370642"/>
            <a:ext cx="266325" cy="338677"/>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6" name="Прямоугольник 75">
            <a:extLst>
              <a:ext uri="{FF2B5EF4-FFF2-40B4-BE49-F238E27FC236}">
                <a16:creationId xmlns:a16="http://schemas.microsoft.com/office/drawing/2014/main" id="{725F08C2-3019-8365-213B-6D2829DEC59E}"/>
              </a:ext>
            </a:extLst>
          </p:cNvPr>
          <p:cNvSpPr>
            <a:spLocks noChangeAspect="1"/>
          </p:cNvSpPr>
          <p:nvPr/>
        </p:nvSpPr>
        <p:spPr>
          <a:xfrm rot="5400000">
            <a:off x="1126902" y="2841954"/>
            <a:ext cx="266325" cy="338677"/>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7" name="Прямоугольник 76">
            <a:extLst>
              <a:ext uri="{FF2B5EF4-FFF2-40B4-BE49-F238E27FC236}">
                <a16:creationId xmlns:a16="http://schemas.microsoft.com/office/drawing/2014/main" id="{EFAB1092-58BA-3DE0-1C49-76079624B0D4}"/>
              </a:ext>
            </a:extLst>
          </p:cNvPr>
          <p:cNvSpPr>
            <a:spLocks noChangeAspect="1"/>
          </p:cNvSpPr>
          <p:nvPr/>
        </p:nvSpPr>
        <p:spPr>
          <a:xfrm rot="5400000">
            <a:off x="6856331" y="4896485"/>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8" name="Прямоугольник 77">
            <a:extLst>
              <a:ext uri="{FF2B5EF4-FFF2-40B4-BE49-F238E27FC236}">
                <a16:creationId xmlns:a16="http://schemas.microsoft.com/office/drawing/2014/main" id="{2BE11C41-CC9E-1494-4C3B-73731702B984}"/>
              </a:ext>
            </a:extLst>
          </p:cNvPr>
          <p:cNvSpPr>
            <a:spLocks noChangeAspect="1"/>
          </p:cNvSpPr>
          <p:nvPr/>
        </p:nvSpPr>
        <p:spPr>
          <a:xfrm rot="5400000">
            <a:off x="6749402" y="3688739"/>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1097504" y="948564"/>
            <a:ext cx="5842185" cy="4756820"/>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49825" y="1381467"/>
            <a:ext cx="4563509" cy="3785652"/>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The part for X-coordinate</a:t>
            </a:r>
          </a:p>
          <a:p>
            <a:pPr algn="ctr"/>
            <a:r>
              <a:rPr lang="en-US" sz="4000" dirty="0">
                <a:latin typeface="Minecraft" panose="00000400000000000000" pitchFamily="2" charset="0"/>
                <a:ea typeface="Public Pixel" panose="020B0600000000000000" pitchFamily="34" charset="0"/>
                <a:cs typeface="Public Pixel" panose="020B0600000000000000" pitchFamily="34" charset="0"/>
              </a:rPr>
              <a:t>control and keeping score of the game</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grpSp>
        <p:nvGrpSpPr>
          <p:cNvPr id="52" name="Группа 51"/>
          <p:cNvGrpSpPr/>
          <p:nvPr/>
        </p:nvGrpSpPr>
        <p:grpSpPr>
          <a:xfrm>
            <a:off x="855775" y="696204"/>
            <a:ext cx="6369742" cy="5320875"/>
            <a:chOff x="1358799" y="488508"/>
            <a:chExt cx="9664598" cy="5790663"/>
          </a:xfrm>
        </p:grpSpPr>
        <p:sp>
          <p:nvSpPr>
            <p:cNvPr id="6" name="Прямоугольник 5"/>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1" name="Прямоугольник 50"/>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Рисунок 53"/>
          <p:cNvPicPr>
            <a:picLocks noChangeAspect="1"/>
          </p:cNvPicPr>
          <p:nvPr/>
        </p:nvPicPr>
        <p:blipFill>
          <a:blip r:embed="rId2"/>
          <a:srcRect r="4660"/>
          <a:stretch>
            <a:fillRect/>
          </a:stretch>
        </p:blipFill>
        <p:spPr>
          <a:xfrm>
            <a:off x="1273491" y="877744"/>
            <a:ext cx="5372292" cy="4947680"/>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00094" y="2152166"/>
            <a:ext cx="4563509" cy="2554545"/>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Pushing the ball away from the right racket</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grpSp>
        <p:nvGrpSpPr>
          <p:cNvPr id="52" name="Группа 51"/>
          <p:cNvGrpSpPr/>
          <p:nvPr/>
        </p:nvGrpSpPr>
        <p:grpSpPr>
          <a:xfrm>
            <a:off x="1056963" y="580535"/>
            <a:ext cx="5884842" cy="5535980"/>
            <a:chOff x="1358799" y="488508"/>
            <a:chExt cx="9664598" cy="5790663"/>
          </a:xfrm>
        </p:grpSpPr>
        <p:sp>
          <p:nvSpPr>
            <p:cNvPr id="6" name="Прямоугольник 5"/>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1" name="Прямоугольник 50"/>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Рисунок 52"/>
          <p:cNvPicPr>
            <a:picLocks noChangeAspect="1"/>
          </p:cNvPicPr>
          <p:nvPr/>
        </p:nvPicPr>
        <p:blipFill>
          <a:blip r:embed="rId2"/>
          <a:stretch>
            <a:fillRect/>
          </a:stretch>
        </p:blipFill>
        <p:spPr>
          <a:xfrm>
            <a:off x="1295542" y="804047"/>
            <a:ext cx="5343270" cy="5054785"/>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00094" y="2152166"/>
            <a:ext cx="4563509" cy="2554545"/>
          </a:xfrm>
          <a:prstGeom prst="rect">
            <a:avLst/>
          </a:prstGeom>
          <a:noFill/>
        </p:spPr>
        <p:txBody>
          <a:bodyPr wrap="square" rtlCol="0">
            <a:spAutoFit/>
          </a:bodyPr>
          <a:lstStyle/>
          <a:p>
            <a:pPr algn="ctr"/>
            <a:r>
              <a:rPr lang="en-US" sz="4000" dirty="0">
                <a:latin typeface="Minecraft" panose="00000400000000000000" pitchFamily="2" charset="0"/>
                <a:ea typeface="Public Pixel" panose="020B0600000000000000" pitchFamily="34" charset="0"/>
                <a:cs typeface="Public Pixel" panose="020B0600000000000000" pitchFamily="34" charset="0"/>
              </a:rPr>
              <a:t>Pushing the ball away from the left racket</a:t>
            </a:r>
            <a:endParaRPr lang="ru-RU" sz="4000" dirty="0">
              <a:latin typeface="Public Pixel" panose="020B0600000000000000" pitchFamily="34" charset="0"/>
              <a:ea typeface="Public Pixel" panose="020B0600000000000000" pitchFamily="34" charset="0"/>
              <a:cs typeface="Public Pixel" panose="020B0600000000000000" pitchFamily="34" charset="0"/>
            </a:endParaRPr>
          </a:p>
        </p:txBody>
      </p:sp>
      <p:grpSp>
        <p:nvGrpSpPr>
          <p:cNvPr id="52" name="Группа 51"/>
          <p:cNvGrpSpPr/>
          <p:nvPr/>
        </p:nvGrpSpPr>
        <p:grpSpPr>
          <a:xfrm>
            <a:off x="1056963" y="580535"/>
            <a:ext cx="5884842" cy="5535980"/>
            <a:chOff x="1358799" y="488508"/>
            <a:chExt cx="9664598" cy="5790663"/>
          </a:xfrm>
        </p:grpSpPr>
        <p:sp>
          <p:nvSpPr>
            <p:cNvPr id="6" name="Прямоугольник 5"/>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Прямоугольник 6"/>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1" name="Прямоугольник 50"/>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619760" y="2644170"/>
            <a:ext cx="10962640" cy="1595536"/>
          </a:xfrm>
          <a:prstGeom prst="rect">
            <a:avLst/>
          </a:prstGeom>
          <a:noFill/>
        </p:spPr>
        <p:txBody>
          <a:bodyPr wrap="square" rtlCol="0">
            <a:spAutoFit/>
          </a:bodyPr>
          <a:lstStyle/>
          <a:p>
            <a:pPr algn="ctr"/>
            <a:r>
              <a:rPr lang="en-US" sz="4800" dirty="0">
                <a:latin typeface="Minecraft" panose="00000400000000000000" pitchFamily="2" charset="0"/>
                <a:ea typeface="Public Pixel" panose="020B0600000000000000" pitchFamily="34" charset="0"/>
                <a:cs typeface="Public Pixel" panose="020B0600000000000000" pitchFamily="34" charset="0"/>
              </a:rPr>
              <a:t>3. Processor</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a:p>
            <a:pPr algn="ct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48350" y="2610008"/>
            <a:ext cx="4563509" cy="1477328"/>
          </a:xfrm>
          <a:prstGeom prst="rect">
            <a:avLst/>
          </a:prstGeom>
          <a:noFill/>
        </p:spPr>
        <p:txBody>
          <a:bodyPr wrap="square" rtlCol="0">
            <a:spAutoFit/>
          </a:bodyPr>
          <a:lstStyle/>
          <a:p>
            <a:pPr algn="ctr"/>
            <a:r>
              <a:rPr lang="en-US" altLang="ru-RU" sz="3000" dirty="0">
                <a:latin typeface="Minecraft" panose="00000400000000000000" pitchFamily="2" charset="0"/>
                <a:ea typeface="Public Pixel" panose="020B0600000000000000" pitchFamily="34" charset="0"/>
                <a:cs typeface="Public Pixel" panose="020B0600000000000000" pitchFamily="34" charset="0"/>
              </a:rPr>
              <a:t>Realization of the Harvard setup with CdM-8</a:t>
            </a:r>
          </a:p>
        </p:txBody>
      </p:sp>
      <p:pic>
        <p:nvPicPr>
          <p:cNvPr id="54" name="Рисунок 53">
            <a:extLst>
              <a:ext uri="{FF2B5EF4-FFF2-40B4-BE49-F238E27FC236}">
                <a16:creationId xmlns:a16="http://schemas.microsoft.com/office/drawing/2014/main" id="{C64D6A39-CB4E-20E4-F05C-C70FE28AF47C}"/>
              </a:ext>
            </a:extLst>
          </p:cNvPr>
          <p:cNvPicPr>
            <a:picLocks noChangeAspect="1"/>
          </p:cNvPicPr>
          <p:nvPr/>
        </p:nvPicPr>
        <p:blipFill>
          <a:blip r:embed="rId2"/>
          <a:stretch>
            <a:fillRect/>
          </a:stretch>
        </p:blipFill>
        <p:spPr>
          <a:xfrm>
            <a:off x="1256366" y="896117"/>
            <a:ext cx="5673206" cy="5106515"/>
          </a:xfrm>
          <a:prstGeom prst="rect">
            <a:avLst/>
          </a:prstGeom>
        </p:spPr>
      </p:pic>
      <p:sp>
        <p:nvSpPr>
          <p:cNvPr id="57" name="Прямоугольник 56">
            <a:extLst>
              <a:ext uri="{FF2B5EF4-FFF2-40B4-BE49-F238E27FC236}">
                <a16:creationId xmlns:a16="http://schemas.microsoft.com/office/drawing/2014/main" id="{473EA00C-64BE-2E78-137E-6B76B835FF4E}"/>
              </a:ext>
            </a:extLst>
          </p:cNvPr>
          <p:cNvSpPr>
            <a:spLocks noChangeAspect="1"/>
          </p:cNvSpPr>
          <p:nvPr/>
        </p:nvSpPr>
        <p:spPr>
          <a:xfrm>
            <a:off x="1209118" y="885619"/>
            <a:ext cx="5703713" cy="5116436"/>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Прямоугольник 57">
            <a:extLst>
              <a:ext uri="{FF2B5EF4-FFF2-40B4-BE49-F238E27FC236}">
                <a16:creationId xmlns:a16="http://schemas.microsoft.com/office/drawing/2014/main" id="{839D8568-7AD7-382A-C552-705C763E26A0}"/>
              </a:ext>
            </a:extLst>
          </p:cNvPr>
          <p:cNvSpPr>
            <a:spLocks noChangeAspect="1"/>
          </p:cNvSpPr>
          <p:nvPr/>
        </p:nvSpPr>
        <p:spPr>
          <a:xfrm>
            <a:off x="6904305" y="4968984"/>
            <a:ext cx="226727" cy="249488"/>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a:extLst>
              <a:ext uri="{FF2B5EF4-FFF2-40B4-BE49-F238E27FC236}">
                <a16:creationId xmlns:a16="http://schemas.microsoft.com/office/drawing/2014/main" id="{0B1718B9-900B-6BFA-B545-7E9A93053759}"/>
              </a:ext>
            </a:extLst>
          </p:cNvPr>
          <p:cNvSpPr>
            <a:spLocks noChangeAspect="1"/>
          </p:cNvSpPr>
          <p:nvPr/>
        </p:nvSpPr>
        <p:spPr>
          <a:xfrm>
            <a:off x="6315257" y="5810685"/>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a:extLst>
              <a:ext uri="{FF2B5EF4-FFF2-40B4-BE49-F238E27FC236}">
                <a16:creationId xmlns:a16="http://schemas.microsoft.com/office/drawing/2014/main" id="{70EC2576-25D7-D25E-05FC-0251447CDF1B}"/>
              </a:ext>
            </a:extLst>
          </p:cNvPr>
          <p:cNvSpPr>
            <a:spLocks noChangeAspect="1"/>
          </p:cNvSpPr>
          <p:nvPr/>
        </p:nvSpPr>
        <p:spPr>
          <a:xfrm>
            <a:off x="6533606" y="5579099"/>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B85A8E47-49E1-D82F-B6D5-4C89C3870F38}"/>
              </a:ext>
            </a:extLst>
          </p:cNvPr>
          <p:cNvSpPr>
            <a:spLocks noChangeAspect="1"/>
          </p:cNvSpPr>
          <p:nvPr/>
        </p:nvSpPr>
        <p:spPr>
          <a:xfrm>
            <a:off x="1412015" y="5955592"/>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A2AEF05D-4833-A278-715E-CADC5712F69F}"/>
              </a:ext>
            </a:extLst>
          </p:cNvPr>
          <p:cNvSpPr>
            <a:spLocks noChangeAspect="1"/>
          </p:cNvSpPr>
          <p:nvPr/>
        </p:nvSpPr>
        <p:spPr>
          <a:xfrm>
            <a:off x="3024389" y="6062122"/>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FE315E91-6727-8EB7-5981-57456C9E0121}"/>
              </a:ext>
            </a:extLst>
          </p:cNvPr>
          <p:cNvSpPr>
            <a:spLocks noChangeAspect="1"/>
          </p:cNvSpPr>
          <p:nvPr/>
        </p:nvSpPr>
        <p:spPr>
          <a:xfrm>
            <a:off x="890706" y="4577824"/>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A577CF10-5B5C-62FB-1F34-25F1BA016D24}"/>
              </a:ext>
            </a:extLst>
          </p:cNvPr>
          <p:cNvSpPr>
            <a:spLocks noChangeAspect="1"/>
          </p:cNvSpPr>
          <p:nvPr/>
        </p:nvSpPr>
        <p:spPr>
          <a:xfrm>
            <a:off x="1043106" y="4730224"/>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a:extLst>
              <a:ext uri="{FF2B5EF4-FFF2-40B4-BE49-F238E27FC236}">
                <a16:creationId xmlns:a16="http://schemas.microsoft.com/office/drawing/2014/main" id="{AB0F5D7C-6ECE-0E67-1BC2-282CE961715E}"/>
              </a:ext>
            </a:extLst>
          </p:cNvPr>
          <p:cNvSpPr>
            <a:spLocks noChangeAspect="1"/>
          </p:cNvSpPr>
          <p:nvPr/>
        </p:nvSpPr>
        <p:spPr>
          <a:xfrm>
            <a:off x="2246419" y="5977417"/>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a:extLst>
              <a:ext uri="{FF2B5EF4-FFF2-40B4-BE49-F238E27FC236}">
                <a16:creationId xmlns:a16="http://schemas.microsoft.com/office/drawing/2014/main" id="{034018C7-CB89-8BE1-70F5-5E5D4C4129F2}"/>
              </a:ext>
            </a:extLst>
          </p:cNvPr>
          <p:cNvSpPr>
            <a:spLocks noChangeAspect="1"/>
          </p:cNvSpPr>
          <p:nvPr/>
        </p:nvSpPr>
        <p:spPr>
          <a:xfrm>
            <a:off x="1043106" y="5661731"/>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0CE9D5E8-EDAB-3C1F-2B3B-93CC568965F5}"/>
              </a:ext>
            </a:extLst>
          </p:cNvPr>
          <p:cNvSpPr>
            <a:spLocks noChangeAspect="1"/>
          </p:cNvSpPr>
          <p:nvPr/>
        </p:nvSpPr>
        <p:spPr>
          <a:xfrm rot="10800000">
            <a:off x="6760702" y="1318679"/>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C54DED5C-FB29-C735-E682-D640D15CD537}"/>
              </a:ext>
            </a:extLst>
          </p:cNvPr>
          <p:cNvSpPr>
            <a:spLocks noChangeAspect="1"/>
          </p:cNvSpPr>
          <p:nvPr/>
        </p:nvSpPr>
        <p:spPr>
          <a:xfrm rot="10800000">
            <a:off x="3303731" y="629956"/>
            <a:ext cx="236811" cy="26058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1B3CCA24-60E1-A341-01F8-5CA78FD8246D}"/>
              </a:ext>
            </a:extLst>
          </p:cNvPr>
          <p:cNvSpPr>
            <a:spLocks noChangeAspect="1"/>
          </p:cNvSpPr>
          <p:nvPr/>
        </p:nvSpPr>
        <p:spPr>
          <a:xfrm rot="10800000">
            <a:off x="5271595" y="646998"/>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a:extLst>
              <a:ext uri="{FF2B5EF4-FFF2-40B4-BE49-F238E27FC236}">
                <a16:creationId xmlns:a16="http://schemas.microsoft.com/office/drawing/2014/main" id="{8DF96BB8-73E5-8AD6-AC16-A59B73DDA0C2}"/>
              </a:ext>
            </a:extLst>
          </p:cNvPr>
          <p:cNvSpPr>
            <a:spLocks noChangeAspect="1"/>
          </p:cNvSpPr>
          <p:nvPr/>
        </p:nvSpPr>
        <p:spPr>
          <a:xfrm rot="10800000">
            <a:off x="6953369" y="1508400"/>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a:extLst>
              <a:ext uri="{FF2B5EF4-FFF2-40B4-BE49-F238E27FC236}">
                <a16:creationId xmlns:a16="http://schemas.microsoft.com/office/drawing/2014/main" id="{4788E9F9-F90F-E0A9-7BE3-EC79B6970EB9}"/>
              </a:ext>
            </a:extLst>
          </p:cNvPr>
          <p:cNvSpPr>
            <a:spLocks noChangeAspect="1"/>
          </p:cNvSpPr>
          <p:nvPr/>
        </p:nvSpPr>
        <p:spPr>
          <a:xfrm rot="10800000">
            <a:off x="6935934" y="858480"/>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a:extLst>
              <a:ext uri="{FF2B5EF4-FFF2-40B4-BE49-F238E27FC236}">
                <a16:creationId xmlns:a16="http://schemas.microsoft.com/office/drawing/2014/main" id="{E1F6E052-7323-9558-459F-979FFC74FB64}"/>
              </a:ext>
            </a:extLst>
          </p:cNvPr>
          <p:cNvSpPr>
            <a:spLocks noChangeAspect="1"/>
          </p:cNvSpPr>
          <p:nvPr/>
        </p:nvSpPr>
        <p:spPr>
          <a:xfrm rot="5400000">
            <a:off x="1054013" y="598557"/>
            <a:ext cx="220289" cy="28013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a:extLst>
              <a:ext uri="{FF2B5EF4-FFF2-40B4-BE49-F238E27FC236}">
                <a16:creationId xmlns:a16="http://schemas.microsoft.com/office/drawing/2014/main" id="{0BCF1742-B497-D809-692D-AF2B93EE094E}"/>
              </a:ext>
            </a:extLst>
          </p:cNvPr>
          <p:cNvSpPr>
            <a:spLocks noChangeAspect="1"/>
          </p:cNvSpPr>
          <p:nvPr/>
        </p:nvSpPr>
        <p:spPr>
          <a:xfrm rot="5400000">
            <a:off x="6649521" y="567462"/>
            <a:ext cx="233223" cy="29658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a:extLst>
              <a:ext uri="{FF2B5EF4-FFF2-40B4-BE49-F238E27FC236}">
                <a16:creationId xmlns:a16="http://schemas.microsoft.com/office/drawing/2014/main" id="{63B095B6-1472-2E3A-8A8B-8F2DCDC6D013}"/>
              </a:ext>
            </a:extLst>
          </p:cNvPr>
          <p:cNvSpPr>
            <a:spLocks noChangeAspect="1"/>
          </p:cNvSpPr>
          <p:nvPr/>
        </p:nvSpPr>
        <p:spPr>
          <a:xfrm rot="5400000">
            <a:off x="2436830" y="652243"/>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5" name="Прямоугольник 74">
            <a:extLst>
              <a:ext uri="{FF2B5EF4-FFF2-40B4-BE49-F238E27FC236}">
                <a16:creationId xmlns:a16="http://schemas.microsoft.com/office/drawing/2014/main" id="{76C53768-E469-62B7-4470-EB31DF3A5DE6}"/>
              </a:ext>
            </a:extLst>
          </p:cNvPr>
          <p:cNvSpPr>
            <a:spLocks noChangeAspect="1"/>
          </p:cNvSpPr>
          <p:nvPr/>
        </p:nvSpPr>
        <p:spPr>
          <a:xfrm rot="5400000">
            <a:off x="2019496" y="551673"/>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6" name="Прямоугольник 75">
            <a:extLst>
              <a:ext uri="{FF2B5EF4-FFF2-40B4-BE49-F238E27FC236}">
                <a16:creationId xmlns:a16="http://schemas.microsoft.com/office/drawing/2014/main" id="{501E23A0-C745-0B4C-5612-B06B98065EB8}"/>
              </a:ext>
            </a:extLst>
          </p:cNvPr>
          <p:cNvSpPr>
            <a:spLocks noChangeAspect="1"/>
          </p:cNvSpPr>
          <p:nvPr/>
        </p:nvSpPr>
        <p:spPr>
          <a:xfrm rot="5400000">
            <a:off x="1091923" y="3919193"/>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7" name="Прямоугольник 76">
            <a:extLst>
              <a:ext uri="{FF2B5EF4-FFF2-40B4-BE49-F238E27FC236}">
                <a16:creationId xmlns:a16="http://schemas.microsoft.com/office/drawing/2014/main" id="{33F43EAE-2BA2-CCBB-54A1-E61D9201F1AB}"/>
              </a:ext>
            </a:extLst>
          </p:cNvPr>
          <p:cNvSpPr>
            <a:spLocks noChangeAspect="1"/>
          </p:cNvSpPr>
          <p:nvPr/>
        </p:nvSpPr>
        <p:spPr>
          <a:xfrm rot="5400000">
            <a:off x="985959" y="3390505"/>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8" name="Прямоугольник 77">
            <a:extLst>
              <a:ext uri="{FF2B5EF4-FFF2-40B4-BE49-F238E27FC236}">
                <a16:creationId xmlns:a16="http://schemas.microsoft.com/office/drawing/2014/main" id="{A6DCC2AC-C0B0-2DFE-776D-86956545AF83}"/>
              </a:ext>
            </a:extLst>
          </p:cNvPr>
          <p:cNvSpPr>
            <a:spLocks noChangeAspect="1"/>
          </p:cNvSpPr>
          <p:nvPr/>
        </p:nvSpPr>
        <p:spPr>
          <a:xfrm rot="5400000">
            <a:off x="7012893" y="5311052"/>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9" name="Прямоугольник 78">
            <a:extLst>
              <a:ext uri="{FF2B5EF4-FFF2-40B4-BE49-F238E27FC236}">
                <a16:creationId xmlns:a16="http://schemas.microsoft.com/office/drawing/2014/main" id="{35BF53E3-E659-D879-E02A-1D33ECB84C78}"/>
              </a:ext>
            </a:extLst>
          </p:cNvPr>
          <p:cNvSpPr>
            <a:spLocks noChangeAspect="1"/>
          </p:cNvSpPr>
          <p:nvPr/>
        </p:nvSpPr>
        <p:spPr>
          <a:xfrm rot="5400000">
            <a:off x="6905964" y="4103306"/>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Рисунок 76">
            <a:extLst>
              <a:ext uri="{FF2B5EF4-FFF2-40B4-BE49-F238E27FC236}">
                <a16:creationId xmlns:a16="http://schemas.microsoft.com/office/drawing/2014/main" id="{B0A57662-3CD7-24D6-67F8-92C9376BDAEA}"/>
              </a:ext>
            </a:extLst>
          </p:cNvPr>
          <p:cNvPicPr>
            <a:picLocks noChangeAspect="1"/>
          </p:cNvPicPr>
          <p:nvPr/>
        </p:nvPicPr>
        <p:blipFill>
          <a:blip r:embed="rId2"/>
          <a:stretch>
            <a:fillRect/>
          </a:stretch>
        </p:blipFill>
        <p:spPr>
          <a:xfrm>
            <a:off x="1123294" y="2370966"/>
            <a:ext cx="5706271" cy="2152950"/>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7133577" y="2530541"/>
            <a:ext cx="4563509" cy="2000548"/>
          </a:xfrm>
          <a:prstGeom prst="rect">
            <a:avLst/>
          </a:prstGeom>
          <a:noFill/>
        </p:spPr>
        <p:txBody>
          <a:bodyPr wrap="square" rtlCol="0">
            <a:spAutoFit/>
          </a:bodyPr>
          <a:lstStyle/>
          <a:p>
            <a:pPr algn="ctr"/>
            <a:r>
              <a:rPr lang="en-US" altLang="ru-RU" sz="3100" dirty="0">
                <a:latin typeface="Minecraft" panose="00000400000000000000" pitchFamily="2" charset="0"/>
                <a:ea typeface="Public Pixel" panose="020B0600000000000000" pitchFamily="34" charset="0"/>
                <a:cs typeface="Public Pixel" panose="020B0600000000000000" pitchFamily="34" charset="0"/>
              </a:rPr>
              <a:t>The part for recognizing access to memory or I/O devices </a:t>
            </a:r>
          </a:p>
        </p:txBody>
      </p:sp>
      <p:sp>
        <p:nvSpPr>
          <p:cNvPr id="53" name="Прямоугольник 52">
            <a:extLst>
              <a:ext uri="{FF2B5EF4-FFF2-40B4-BE49-F238E27FC236}">
                <a16:creationId xmlns:a16="http://schemas.microsoft.com/office/drawing/2014/main" id="{C9DD5935-40CF-A2D4-B050-07780D70D3E6}"/>
              </a:ext>
            </a:extLst>
          </p:cNvPr>
          <p:cNvSpPr>
            <a:spLocks noChangeAspect="1"/>
          </p:cNvSpPr>
          <p:nvPr/>
        </p:nvSpPr>
        <p:spPr>
          <a:xfrm>
            <a:off x="1096197" y="2350969"/>
            <a:ext cx="5749346" cy="2199064"/>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a:extLst>
              <a:ext uri="{FF2B5EF4-FFF2-40B4-BE49-F238E27FC236}">
                <a16:creationId xmlns:a16="http://schemas.microsoft.com/office/drawing/2014/main" id="{19D5901E-DA58-1E6B-DD15-AA341A841C83}"/>
              </a:ext>
            </a:extLst>
          </p:cNvPr>
          <p:cNvSpPr>
            <a:spLocks noChangeAspect="1"/>
          </p:cNvSpPr>
          <p:nvPr/>
        </p:nvSpPr>
        <p:spPr>
          <a:xfrm>
            <a:off x="6435180" y="4565733"/>
            <a:ext cx="226727" cy="249488"/>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5" name="Прямоугольник 54">
            <a:extLst>
              <a:ext uri="{FF2B5EF4-FFF2-40B4-BE49-F238E27FC236}">
                <a16:creationId xmlns:a16="http://schemas.microsoft.com/office/drawing/2014/main" id="{F2B4BDE0-A31F-F2E3-50E7-49B075D14BEC}"/>
              </a:ext>
            </a:extLst>
          </p:cNvPr>
          <p:cNvSpPr>
            <a:spLocks noChangeAspect="1"/>
          </p:cNvSpPr>
          <p:nvPr/>
        </p:nvSpPr>
        <p:spPr>
          <a:xfrm>
            <a:off x="4755704" y="4732220"/>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6" name="Прямоугольник 55">
            <a:extLst>
              <a:ext uri="{FF2B5EF4-FFF2-40B4-BE49-F238E27FC236}">
                <a16:creationId xmlns:a16="http://schemas.microsoft.com/office/drawing/2014/main" id="{77455460-EC65-CF5B-B216-228923276933}"/>
              </a:ext>
            </a:extLst>
          </p:cNvPr>
          <p:cNvSpPr>
            <a:spLocks noChangeAspect="1"/>
          </p:cNvSpPr>
          <p:nvPr/>
        </p:nvSpPr>
        <p:spPr>
          <a:xfrm>
            <a:off x="4974053" y="4500634"/>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7" name="Прямоугольник 56">
            <a:extLst>
              <a:ext uri="{FF2B5EF4-FFF2-40B4-BE49-F238E27FC236}">
                <a16:creationId xmlns:a16="http://schemas.microsoft.com/office/drawing/2014/main" id="{69106BD1-7E8E-931B-7A1A-FEF63FB767A0}"/>
              </a:ext>
            </a:extLst>
          </p:cNvPr>
          <p:cNvSpPr>
            <a:spLocks noChangeAspect="1"/>
          </p:cNvSpPr>
          <p:nvPr/>
        </p:nvSpPr>
        <p:spPr>
          <a:xfrm>
            <a:off x="1568226" y="4507032"/>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8" name="Прямоугольник 57">
            <a:extLst>
              <a:ext uri="{FF2B5EF4-FFF2-40B4-BE49-F238E27FC236}">
                <a16:creationId xmlns:a16="http://schemas.microsoft.com/office/drawing/2014/main" id="{4DB4F8C2-15AB-3DFC-0009-022593D378C3}"/>
              </a:ext>
            </a:extLst>
          </p:cNvPr>
          <p:cNvSpPr>
            <a:spLocks noChangeAspect="1"/>
          </p:cNvSpPr>
          <p:nvPr/>
        </p:nvSpPr>
        <p:spPr>
          <a:xfrm>
            <a:off x="3180600" y="4613562"/>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9" name="Прямоугольник 58">
            <a:extLst>
              <a:ext uri="{FF2B5EF4-FFF2-40B4-BE49-F238E27FC236}">
                <a16:creationId xmlns:a16="http://schemas.microsoft.com/office/drawing/2014/main" id="{8A85363A-7C42-6735-C301-5A7EEF8E186C}"/>
              </a:ext>
            </a:extLst>
          </p:cNvPr>
          <p:cNvSpPr>
            <a:spLocks noChangeAspect="1"/>
          </p:cNvSpPr>
          <p:nvPr/>
        </p:nvSpPr>
        <p:spPr>
          <a:xfrm>
            <a:off x="727276" y="3583246"/>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0" name="Прямоугольник 59">
            <a:extLst>
              <a:ext uri="{FF2B5EF4-FFF2-40B4-BE49-F238E27FC236}">
                <a16:creationId xmlns:a16="http://schemas.microsoft.com/office/drawing/2014/main" id="{FAB7DA75-10E0-445B-2884-DC7ACA13AC1B}"/>
              </a:ext>
            </a:extLst>
          </p:cNvPr>
          <p:cNvSpPr>
            <a:spLocks noChangeAspect="1"/>
          </p:cNvSpPr>
          <p:nvPr/>
        </p:nvSpPr>
        <p:spPr>
          <a:xfrm>
            <a:off x="879676" y="3735646"/>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1" name="Прямоугольник 60">
            <a:extLst>
              <a:ext uri="{FF2B5EF4-FFF2-40B4-BE49-F238E27FC236}">
                <a16:creationId xmlns:a16="http://schemas.microsoft.com/office/drawing/2014/main" id="{EDAF6F11-BF25-3417-FA30-AFB75EA9287D}"/>
              </a:ext>
            </a:extLst>
          </p:cNvPr>
          <p:cNvSpPr>
            <a:spLocks noChangeAspect="1"/>
          </p:cNvSpPr>
          <p:nvPr/>
        </p:nvSpPr>
        <p:spPr>
          <a:xfrm>
            <a:off x="2402630" y="4528857"/>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2" name="Прямоугольник 61">
            <a:extLst>
              <a:ext uri="{FF2B5EF4-FFF2-40B4-BE49-F238E27FC236}">
                <a16:creationId xmlns:a16="http://schemas.microsoft.com/office/drawing/2014/main" id="{DC121D98-BAEA-509D-7379-6175D3F6928B}"/>
              </a:ext>
            </a:extLst>
          </p:cNvPr>
          <p:cNvSpPr>
            <a:spLocks noChangeAspect="1"/>
          </p:cNvSpPr>
          <p:nvPr/>
        </p:nvSpPr>
        <p:spPr>
          <a:xfrm>
            <a:off x="1199317" y="4213171"/>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3" name="Прямоугольник 62">
            <a:extLst>
              <a:ext uri="{FF2B5EF4-FFF2-40B4-BE49-F238E27FC236}">
                <a16:creationId xmlns:a16="http://schemas.microsoft.com/office/drawing/2014/main" id="{6556D000-E83D-78E4-7D48-760BED57E126}"/>
              </a:ext>
            </a:extLst>
          </p:cNvPr>
          <p:cNvSpPr>
            <a:spLocks noChangeAspect="1"/>
          </p:cNvSpPr>
          <p:nvPr/>
        </p:nvSpPr>
        <p:spPr>
          <a:xfrm rot="10800000">
            <a:off x="6719800" y="2820600"/>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4" name="Прямоугольник 63">
            <a:extLst>
              <a:ext uri="{FF2B5EF4-FFF2-40B4-BE49-F238E27FC236}">
                <a16:creationId xmlns:a16="http://schemas.microsoft.com/office/drawing/2014/main" id="{327AC416-1882-A26D-1C0F-BD15A66A76BC}"/>
              </a:ext>
            </a:extLst>
          </p:cNvPr>
          <p:cNvSpPr>
            <a:spLocks noChangeAspect="1"/>
          </p:cNvSpPr>
          <p:nvPr/>
        </p:nvSpPr>
        <p:spPr>
          <a:xfrm rot="10800000">
            <a:off x="4341793" y="2250421"/>
            <a:ext cx="236811" cy="26058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5" name="Прямоугольник 64">
            <a:extLst>
              <a:ext uri="{FF2B5EF4-FFF2-40B4-BE49-F238E27FC236}">
                <a16:creationId xmlns:a16="http://schemas.microsoft.com/office/drawing/2014/main" id="{CFDFADFC-F689-1D77-1B8F-51E43616F8F5}"/>
              </a:ext>
            </a:extLst>
          </p:cNvPr>
          <p:cNvSpPr>
            <a:spLocks noChangeAspect="1"/>
          </p:cNvSpPr>
          <p:nvPr/>
        </p:nvSpPr>
        <p:spPr>
          <a:xfrm rot="10800000">
            <a:off x="5230693" y="2148919"/>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6" name="Прямоугольник 65">
            <a:extLst>
              <a:ext uri="{FF2B5EF4-FFF2-40B4-BE49-F238E27FC236}">
                <a16:creationId xmlns:a16="http://schemas.microsoft.com/office/drawing/2014/main" id="{2A573C6E-92ED-5B1C-E767-5E7F4C81051E}"/>
              </a:ext>
            </a:extLst>
          </p:cNvPr>
          <p:cNvSpPr>
            <a:spLocks noChangeAspect="1"/>
          </p:cNvSpPr>
          <p:nvPr/>
        </p:nvSpPr>
        <p:spPr>
          <a:xfrm rot="10800000">
            <a:off x="6912467" y="3010321"/>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FEAA9D71-3168-D468-8849-00F99C5242D5}"/>
              </a:ext>
            </a:extLst>
          </p:cNvPr>
          <p:cNvSpPr>
            <a:spLocks noChangeAspect="1"/>
          </p:cNvSpPr>
          <p:nvPr/>
        </p:nvSpPr>
        <p:spPr>
          <a:xfrm rot="10800000">
            <a:off x="6895032" y="2360401"/>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30898205-7F4E-A05C-4872-3C15B025ADB8}"/>
              </a:ext>
            </a:extLst>
          </p:cNvPr>
          <p:cNvSpPr>
            <a:spLocks noChangeAspect="1"/>
          </p:cNvSpPr>
          <p:nvPr/>
        </p:nvSpPr>
        <p:spPr>
          <a:xfrm rot="5400000">
            <a:off x="2092075" y="2219022"/>
            <a:ext cx="220289" cy="28013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D7AFEB6A-4439-35A6-811A-1C23C5506ED3}"/>
              </a:ext>
            </a:extLst>
          </p:cNvPr>
          <p:cNvSpPr>
            <a:spLocks noChangeAspect="1"/>
          </p:cNvSpPr>
          <p:nvPr/>
        </p:nvSpPr>
        <p:spPr>
          <a:xfrm rot="5400000">
            <a:off x="6608619" y="2069383"/>
            <a:ext cx="233223" cy="29658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0" name="Прямоугольник 69">
            <a:extLst>
              <a:ext uri="{FF2B5EF4-FFF2-40B4-BE49-F238E27FC236}">
                <a16:creationId xmlns:a16="http://schemas.microsoft.com/office/drawing/2014/main" id="{A0B7FC70-E07F-8958-109B-86B1E5C8B47F}"/>
              </a:ext>
            </a:extLst>
          </p:cNvPr>
          <p:cNvSpPr>
            <a:spLocks noChangeAspect="1"/>
          </p:cNvSpPr>
          <p:nvPr/>
        </p:nvSpPr>
        <p:spPr>
          <a:xfrm rot="5400000">
            <a:off x="3474892" y="2272708"/>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1" name="Прямоугольник 70">
            <a:extLst>
              <a:ext uri="{FF2B5EF4-FFF2-40B4-BE49-F238E27FC236}">
                <a16:creationId xmlns:a16="http://schemas.microsoft.com/office/drawing/2014/main" id="{5AEF1613-7D41-C43A-EB26-D0CFF9674E50}"/>
              </a:ext>
            </a:extLst>
          </p:cNvPr>
          <p:cNvSpPr>
            <a:spLocks noChangeAspect="1"/>
          </p:cNvSpPr>
          <p:nvPr/>
        </p:nvSpPr>
        <p:spPr>
          <a:xfrm rot="5400000">
            <a:off x="3057558" y="2172138"/>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2" name="Прямоугольник 71">
            <a:extLst>
              <a:ext uri="{FF2B5EF4-FFF2-40B4-BE49-F238E27FC236}">
                <a16:creationId xmlns:a16="http://schemas.microsoft.com/office/drawing/2014/main" id="{4018F14A-B409-C41A-4E70-45214E2344C3}"/>
              </a:ext>
            </a:extLst>
          </p:cNvPr>
          <p:cNvSpPr>
            <a:spLocks noChangeAspect="1"/>
          </p:cNvSpPr>
          <p:nvPr/>
        </p:nvSpPr>
        <p:spPr>
          <a:xfrm rot="5400000">
            <a:off x="928493" y="2924615"/>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3" name="Прямоугольник 72">
            <a:extLst>
              <a:ext uri="{FF2B5EF4-FFF2-40B4-BE49-F238E27FC236}">
                <a16:creationId xmlns:a16="http://schemas.microsoft.com/office/drawing/2014/main" id="{702390EF-F0EE-D9A3-FB47-D69A9AA9343E}"/>
              </a:ext>
            </a:extLst>
          </p:cNvPr>
          <p:cNvSpPr>
            <a:spLocks noChangeAspect="1"/>
          </p:cNvSpPr>
          <p:nvPr/>
        </p:nvSpPr>
        <p:spPr>
          <a:xfrm rot="5400000">
            <a:off x="822529" y="2395927"/>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4" name="Прямоугольник 73">
            <a:extLst>
              <a:ext uri="{FF2B5EF4-FFF2-40B4-BE49-F238E27FC236}">
                <a16:creationId xmlns:a16="http://schemas.microsoft.com/office/drawing/2014/main" id="{3C1ABB97-80E2-CF13-A0ED-94412376266D}"/>
              </a:ext>
            </a:extLst>
          </p:cNvPr>
          <p:cNvSpPr>
            <a:spLocks noChangeAspect="1"/>
          </p:cNvSpPr>
          <p:nvPr/>
        </p:nvSpPr>
        <p:spPr>
          <a:xfrm rot="5400000">
            <a:off x="5848285" y="4478384"/>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5" name="Прямоугольник 74">
            <a:extLst>
              <a:ext uri="{FF2B5EF4-FFF2-40B4-BE49-F238E27FC236}">
                <a16:creationId xmlns:a16="http://schemas.microsoft.com/office/drawing/2014/main" id="{96CC3B63-5192-E937-3F69-5DBCE1FE56F2}"/>
              </a:ext>
            </a:extLst>
          </p:cNvPr>
          <p:cNvSpPr>
            <a:spLocks noChangeAspect="1"/>
          </p:cNvSpPr>
          <p:nvPr/>
        </p:nvSpPr>
        <p:spPr>
          <a:xfrm rot="5400000">
            <a:off x="6830831" y="3464149"/>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 name="TextBox 2"/>
          <p:cNvSpPr txBox="1"/>
          <p:nvPr/>
        </p:nvSpPr>
        <p:spPr>
          <a:xfrm>
            <a:off x="6899988" y="1637287"/>
            <a:ext cx="4855210" cy="3552324"/>
          </a:xfrm>
          <a:prstGeom prst="rect">
            <a:avLst/>
          </a:prstGeom>
          <a:noFill/>
        </p:spPr>
        <p:txBody>
          <a:bodyPr wrap="square" rtlCol="0">
            <a:noAutofit/>
          </a:bodyPr>
          <a:lstStyle/>
          <a:p>
            <a:pPr algn="ctr"/>
            <a:r>
              <a:rPr lang="ru-RU" altLang="en-US" sz="3000" dirty="0">
                <a:latin typeface="Public Pixel" panose="020B0600000000000000" pitchFamily="34" charset="0"/>
                <a:ea typeface="Public Pixel" panose="020B0600000000000000" pitchFamily="34" charset="0"/>
                <a:cs typeface="Public Pixel" panose="020B0600000000000000" pitchFamily="34" charset="0"/>
              </a:rPr>
              <a:t>«</a:t>
            </a:r>
            <a:r>
              <a:rPr lang="en-US" altLang="ru-RU" sz="3000" dirty="0">
                <a:latin typeface="Minecraft" panose="00000400000000000000" pitchFamily="2" charset="0"/>
                <a:ea typeface="Public Pixel" panose="020B0600000000000000" pitchFamily="34" charset="0"/>
                <a:cs typeface="Public Pixel" panose="020B0600000000000000" pitchFamily="34" charset="0"/>
              </a:rPr>
              <a:t>Turnstiles</a:t>
            </a:r>
            <a:r>
              <a:rPr lang="ru-RU" altLang="ru-RU" sz="3000" dirty="0">
                <a:latin typeface="Public Pixel" panose="020B0600000000000000" pitchFamily="34" charset="0"/>
                <a:ea typeface="Public Pixel" panose="020B0600000000000000" pitchFamily="34" charset="0"/>
                <a:cs typeface="Public Pixel" panose="020B0600000000000000" pitchFamily="34" charset="0"/>
              </a:rPr>
              <a:t>»</a:t>
            </a:r>
          </a:p>
          <a:p>
            <a:pPr algn="ctr"/>
            <a:endParaRPr lang="ru-RU" altLang="ru-RU" sz="3000" dirty="0">
              <a:latin typeface="Public Pixel" panose="020B0600000000000000" pitchFamily="34" charset="0"/>
              <a:ea typeface="Public Pixel" panose="020B0600000000000000" pitchFamily="34" charset="0"/>
              <a:cs typeface="Public Pixel" panose="020B0600000000000000" pitchFamily="34" charset="0"/>
            </a:endParaRPr>
          </a:p>
          <a:p>
            <a:pPr algn="ctr"/>
            <a:r>
              <a:rPr lang="en-US" altLang="ru-RU" sz="3000" dirty="0">
                <a:latin typeface="Minecraft" panose="00000400000000000000" pitchFamily="2" charset="0"/>
                <a:ea typeface="Public Pixel" panose="020B0600000000000000" pitchFamily="34" charset="0"/>
                <a:cs typeface="Public Pixel" panose="020B0600000000000000" pitchFamily="34" charset="0"/>
              </a:rPr>
              <a:t>Elements for determining the required I/O device and providing data exchange access</a:t>
            </a:r>
          </a:p>
          <a:p>
            <a:pPr algn="ctr"/>
            <a:endParaRPr lang="ru-RU" altLang="ru-RU" sz="3000" dirty="0">
              <a:latin typeface="Public Pixel" panose="020B0600000000000000" pitchFamily="34" charset="0"/>
              <a:ea typeface="Public Pixel" panose="020B0600000000000000" pitchFamily="34" charset="0"/>
              <a:cs typeface="Public Pixel" panose="020B0600000000000000" pitchFamily="34" charset="0"/>
            </a:endParaRPr>
          </a:p>
        </p:txBody>
      </p:sp>
      <p:pic>
        <p:nvPicPr>
          <p:cNvPr id="5" name="Рисунок 4">
            <a:extLst>
              <a:ext uri="{FF2B5EF4-FFF2-40B4-BE49-F238E27FC236}">
                <a16:creationId xmlns:a16="http://schemas.microsoft.com/office/drawing/2014/main" id="{4A74032F-00DF-2561-41D9-57372946FA8E}"/>
              </a:ext>
            </a:extLst>
          </p:cNvPr>
          <p:cNvPicPr>
            <a:picLocks noChangeAspect="1"/>
          </p:cNvPicPr>
          <p:nvPr/>
        </p:nvPicPr>
        <p:blipFill>
          <a:blip r:embed="rId2"/>
          <a:stretch>
            <a:fillRect/>
          </a:stretch>
        </p:blipFill>
        <p:spPr>
          <a:xfrm>
            <a:off x="1038800" y="2369951"/>
            <a:ext cx="5692916" cy="2005549"/>
          </a:xfrm>
          <a:prstGeom prst="rect">
            <a:avLst/>
          </a:prstGeom>
        </p:spPr>
      </p:pic>
      <p:sp>
        <p:nvSpPr>
          <p:cNvPr id="102" name="Прямоугольник 101">
            <a:extLst>
              <a:ext uri="{FF2B5EF4-FFF2-40B4-BE49-F238E27FC236}">
                <a16:creationId xmlns:a16="http://schemas.microsoft.com/office/drawing/2014/main" id="{E39DCF90-58E7-B99C-530D-A8CCB23A0DC3}"/>
              </a:ext>
            </a:extLst>
          </p:cNvPr>
          <p:cNvSpPr>
            <a:spLocks noChangeAspect="1"/>
          </p:cNvSpPr>
          <p:nvPr/>
        </p:nvSpPr>
        <p:spPr>
          <a:xfrm>
            <a:off x="992504" y="2345501"/>
            <a:ext cx="5749346" cy="2042550"/>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3" name="Прямоугольник 102">
            <a:extLst>
              <a:ext uri="{FF2B5EF4-FFF2-40B4-BE49-F238E27FC236}">
                <a16:creationId xmlns:a16="http://schemas.microsoft.com/office/drawing/2014/main" id="{E5316C90-CC9B-DFA6-AAAD-70AAE6180C8B}"/>
              </a:ext>
            </a:extLst>
          </p:cNvPr>
          <p:cNvSpPr>
            <a:spLocks noChangeAspect="1"/>
          </p:cNvSpPr>
          <p:nvPr/>
        </p:nvSpPr>
        <p:spPr>
          <a:xfrm>
            <a:off x="6343572" y="4379035"/>
            <a:ext cx="226727" cy="249488"/>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4" name="Прямоугольник 103">
            <a:extLst>
              <a:ext uri="{FF2B5EF4-FFF2-40B4-BE49-F238E27FC236}">
                <a16:creationId xmlns:a16="http://schemas.microsoft.com/office/drawing/2014/main" id="{B4C6E2E3-C9E8-43A6-249C-C0A9FD86C433}"/>
              </a:ext>
            </a:extLst>
          </p:cNvPr>
          <p:cNvSpPr>
            <a:spLocks noChangeAspect="1"/>
          </p:cNvSpPr>
          <p:nvPr/>
        </p:nvSpPr>
        <p:spPr>
          <a:xfrm>
            <a:off x="4664096" y="4545522"/>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5" name="Прямоугольник 104">
            <a:extLst>
              <a:ext uri="{FF2B5EF4-FFF2-40B4-BE49-F238E27FC236}">
                <a16:creationId xmlns:a16="http://schemas.microsoft.com/office/drawing/2014/main" id="{E52D81A1-ED34-3EE6-3D36-07BAA51B5AF5}"/>
              </a:ext>
            </a:extLst>
          </p:cNvPr>
          <p:cNvSpPr>
            <a:spLocks noChangeAspect="1"/>
          </p:cNvSpPr>
          <p:nvPr/>
        </p:nvSpPr>
        <p:spPr>
          <a:xfrm>
            <a:off x="4882445" y="4313936"/>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6" name="Прямоугольник 105">
            <a:extLst>
              <a:ext uri="{FF2B5EF4-FFF2-40B4-BE49-F238E27FC236}">
                <a16:creationId xmlns:a16="http://schemas.microsoft.com/office/drawing/2014/main" id="{ACFEC54A-79DA-622D-580D-87A574845BEB}"/>
              </a:ext>
            </a:extLst>
          </p:cNvPr>
          <p:cNvSpPr>
            <a:spLocks noChangeAspect="1"/>
          </p:cNvSpPr>
          <p:nvPr/>
        </p:nvSpPr>
        <p:spPr>
          <a:xfrm>
            <a:off x="1476618" y="4320334"/>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7" name="Прямоугольник 106">
            <a:extLst>
              <a:ext uri="{FF2B5EF4-FFF2-40B4-BE49-F238E27FC236}">
                <a16:creationId xmlns:a16="http://schemas.microsoft.com/office/drawing/2014/main" id="{94448E89-97F7-7611-9988-7D9DCEEFF4A9}"/>
              </a:ext>
            </a:extLst>
          </p:cNvPr>
          <p:cNvSpPr>
            <a:spLocks noChangeAspect="1"/>
          </p:cNvSpPr>
          <p:nvPr/>
        </p:nvSpPr>
        <p:spPr>
          <a:xfrm>
            <a:off x="3088992" y="4426864"/>
            <a:ext cx="226727" cy="24948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8" name="Прямоугольник 107">
            <a:extLst>
              <a:ext uri="{FF2B5EF4-FFF2-40B4-BE49-F238E27FC236}">
                <a16:creationId xmlns:a16="http://schemas.microsoft.com/office/drawing/2014/main" id="{C3597345-A14B-E7FB-3021-005BC3FBDFE2}"/>
              </a:ext>
            </a:extLst>
          </p:cNvPr>
          <p:cNvSpPr>
            <a:spLocks noChangeAspect="1"/>
          </p:cNvSpPr>
          <p:nvPr/>
        </p:nvSpPr>
        <p:spPr>
          <a:xfrm>
            <a:off x="775983" y="3698659"/>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9" name="Прямоугольник 108">
            <a:extLst>
              <a:ext uri="{FF2B5EF4-FFF2-40B4-BE49-F238E27FC236}">
                <a16:creationId xmlns:a16="http://schemas.microsoft.com/office/drawing/2014/main" id="{05A583CD-2F16-962A-5887-6DF22CFDD7D1}"/>
              </a:ext>
            </a:extLst>
          </p:cNvPr>
          <p:cNvSpPr>
            <a:spLocks noChangeAspect="1"/>
          </p:cNvSpPr>
          <p:nvPr/>
        </p:nvSpPr>
        <p:spPr>
          <a:xfrm>
            <a:off x="2311022" y="4342159"/>
            <a:ext cx="277874" cy="30577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0" name="Прямоугольник 109">
            <a:extLst>
              <a:ext uri="{FF2B5EF4-FFF2-40B4-BE49-F238E27FC236}">
                <a16:creationId xmlns:a16="http://schemas.microsoft.com/office/drawing/2014/main" id="{27111412-EEB3-65B9-999F-8F90E50A8BA4}"/>
              </a:ext>
            </a:extLst>
          </p:cNvPr>
          <p:cNvSpPr>
            <a:spLocks noChangeAspect="1"/>
          </p:cNvSpPr>
          <p:nvPr/>
        </p:nvSpPr>
        <p:spPr>
          <a:xfrm>
            <a:off x="1095624" y="4176184"/>
            <a:ext cx="277874" cy="305770"/>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1" name="Прямоугольник 110">
            <a:extLst>
              <a:ext uri="{FF2B5EF4-FFF2-40B4-BE49-F238E27FC236}">
                <a16:creationId xmlns:a16="http://schemas.microsoft.com/office/drawing/2014/main" id="{8C7DF25A-AB4C-55FE-A1EF-CA7250B1C35D}"/>
              </a:ext>
            </a:extLst>
          </p:cNvPr>
          <p:cNvSpPr>
            <a:spLocks noChangeAspect="1"/>
          </p:cNvSpPr>
          <p:nvPr/>
        </p:nvSpPr>
        <p:spPr>
          <a:xfrm rot="10800000">
            <a:off x="6616107" y="2783613"/>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2" name="Прямоугольник 111">
            <a:extLst>
              <a:ext uri="{FF2B5EF4-FFF2-40B4-BE49-F238E27FC236}">
                <a16:creationId xmlns:a16="http://schemas.microsoft.com/office/drawing/2014/main" id="{91A8D44C-65D6-98B4-8942-31D01E842779}"/>
              </a:ext>
            </a:extLst>
          </p:cNvPr>
          <p:cNvSpPr>
            <a:spLocks noChangeAspect="1"/>
          </p:cNvSpPr>
          <p:nvPr/>
        </p:nvSpPr>
        <p:spPr>
          <a:xfrm rot="10800000">
            <a:off x="4238100" y="2213434"/>
            <a:ext cx="236811" cy="26058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3" name="Прямоугольник 112">
            <a:extLst>
              <a:ext uri="{FF2B5EF4-FFF2-40B4-BE49-F238E27FC236}">
                <a16:creationId xmlns:a16="http://schemas.microsoft.com/office/drawing/2014/main" id="{B9F83938-9F80-0263-5E83-04EA7FF4253D}"/>
              </a:ext>
            </a:extLst>
          </p:cNvPr>
          <p:cNvSpPr>
            <a:spLocks noChangeAspect="1"/>
          </p:cNvSpPr>
          <p:nvPr/>
        </p:nvSpPr>
        <p:spPr>
          <a:xfrm rot="10800000">
            <a:off x="5127000" y="2111932"/>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4" name="Прямоугольник 113">
            <a:extLst>
              <a:ext uri="{FF2B5EF4-FFF2-40B4-BE49-F238E27FC236}">
                <a16:creationId xmlns:a16="http://schemas.microsoft.com/office/drawing/2014/main" id="{5C95C1C6-261C-CA59-EDB0-74D8AB7299AB}"/>
              </a:ext>
            </a:extLst>
          </p:cNvPr>
          <p:cNvSpPr>
            <a:spLocks noChangeAspect="1"/>
          </p:cNvSpPr>
          <p:nvPr/>
        </p:nvSpPr>
        <p:spPr>
          <a:xfrm rot="10800000">
            <a:off x="6808774" y="2973334"/>
            <a:ext cx="250716" cy="2758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5" name="Прямоугольник 114">
            <a:extLst>
              <a:ext uri="{FF2B5EF4-FFF2-40B4-BE49-F238E27FC236}">
                <a16:creationId xmlns:a16="http://schemas.microsoft.com/office/drawing/2014/main" id="{B8964097-3AE0-7126-CD13-3B3534E358EB}"/>
              </a:ext>
            </a:extLst>
          </p:cNvPr>
          <p:cNvSpPr>
            <a:spLocks noChangeAspect="1"/>
          </p:cNvSpPr>
          <p:nvPr/>
        </p:nvSpPr>
        <p:spPr>
          <a:xfrm rot="10800000">
            <a:off x="6791339" y="2323414"/>
            <a:ext cx="250716" cy="27588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6" name="Прямоугольник 115">
            <a:extLst>
              <a:ext uri="{FF2B5EF4-FFF2-40B4-BE49-F238E27FC236}">
                <a16:creationId xmlns:a16="http://schemas.microsoft.com/office/drawing/2014/main" id="{FD6D6A06-E8CE-B60B-5B28-D49AB4356EA5}"/>
              </a:ext>
            </a:extLst>
          </p:cNvPr>
          <p:cNvSpPr>
            <a:spLocks noChangeAspect="1"/>
          </p:cNvSpPr>
          <p:nvPr/>
        </p:nvSpPr>
        <p:spPr>
          <a:xfrm rot="5400000">
            <a:off x="1988382" y="2182035"/>
            <a:ext cx="220289" cy="28013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7" name="Прямоугольник 116">
            <a:extLst>
              <a:ext uri="{FF2B5EF4-FFF2-40B4-BE49-F238E27FC236}">
                <a16:creationId xmlns:a16="http://schemas.microsoft.com/office/drawing/2014/main" id="{C528BE74-4ABE-6DFD-CB25-02D08F3791ED}"/>
              </a:ext>
            </a:extLst>
          </p:cNvPr>
          <p:cNvSpPr>
            <a:spLocks noChangeAspect="1"/>
          </p:cNvSpPr>
          <p:nvPr/>
        </p:nvSpPr>
        <p:spPr>
          <a:xfrm rot="5400000">
            <a:off x="6504926" y="2032396"/>
            <a:ext cx="233223" cy="29658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8" name="Прямоугольник 117">
            <a:extLst>
              <a:ext uri="{FF2B5EF4-FFF2-40B4-BE49-F238E27FC236}">
                <a16:creationId xmlns:a16="http://schemas.microsoft.com/office/drawing/2014/main" id="{E0D29646-8D41-624B-20AE-81F38055FD3A}"/>
              </a:ext>
            </a:extLst>
          </p:cNvPr>
          <p:cNvSpPr>
            <a:spLocks noChangeAspect="1"/>
          </p:cNvSpPr>
          <p:nvPr/>
        </p:nvSpPr>
        <p:spPr>
          <a:xfrm rot="5400000">
            <a:off x="3371199" y="2235721"/>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9" name="Прямоугольник 118">
            <a:extLst>
              <a:ext uri="{FF2B5EF4-FFF2-40B4-BE49-F238E27FC236}">
                <a16:creationId xmlns:a16="http://schemas.microsoft.com/office/drawing/2014/main" id="{91B32DC4-38E6-A709-872E-EECB293BA530}"/>
              </a:ext>
            </a:extLst>
          </p:cNvPr>
          <p:cNvSpPr>
            <a:spLocks noChangeAspect="1"/>
          </p:cNvSpPr>
          <p:nvPr/>
        </p:nvSpPr>
        <p:spPr>
          <a:xfrm rot="5400000">
            <a:off x="2953865" y="2135151"/>
            <a:ext cx="220289" cy="28013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0" name="Прямоугольник 119">
            <a:extLst>
              <a:ext uri="{FF2B5EF4-FFF2-40B4-BE49-F238E27FC236}">
                <a16:creationId xmlns:a16="http://schemas.microsoft.com/office/drawing/2014/main" id="{E04A620C-B2B8-6FC7-6651-351E50B71B95}"/>
              </a:ext>
            </a:extLst>
          </p:cNvPr>
          <p:cNvSpPr>
            <a:spLocks noChangeAspect="1"/>
          </p:cNvSpPr>
          <p:nvPr/>
        </p:nvSpPr>
        <p:spPr>
          <a:xfrm rot="5400000">
            <a:off x="824800" y="2887628"/>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1" name="Прямоугольник 120">
            <a:extLst>
              <a:ext uri="{FF2B5EF4-FFF2-40B4-BE49-F238E27FC236}">
                <a16:creationId xmlns:a16="http://schemas.microsoft.com/office/drawing/2014/main" id="{1439DF6F-4AE6-8974-E5CD-FD5903C4F0CE}"/>
              </a:ext>
            </a:extLst>
          </p:cNvPr>
          <p:cNvSpPr>
            <a:spLocks noChangeAspect="1"/>
          </p:cNvSpPr>
          <p:nvPr/>
        </p:nvSpPr>
        <p:spPr>
          <a:xfrm rot="5400000">
            <a:off x="718836" y="2358940"/>
            <a:ext cx="258486" cy="328708"/>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2" name="Прямоугольник 121">
            <a:extLst>
              <a:ext uri="{FF2B5EF4-FFF2-40B4-BE49-F238E27FC236}">
                <a16:creationId xmlns:a16="http://schemas.microsoft.com/office/drawing/2014/main" id="{1E18437C-7280-E11C-DDBC-A37226E563FC}"/>
              </a:ext>
            </a:extLst>
          </p:cNvPr>
          <p:cNvSpPr>
            <a:spLocks noChangeAspect="1"/>
          </p:cNvSpPr>
          <p:nvPr/>
        </p:nvSpPr>
        <p:spPr>
          <a:xfrm rot="5400000">
            <a:off x="5756677" y="4291686"/>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3" name="Прямоугольник 122">
            <a:extLst>
              <a:ext uri="{FF2B5EF4-FFF2-40B4-BE49-F238E27FC236}">
                <a16:creationId xmlns:a16="http://schemas.microsoft.com/office/drawing/2014/main" id="{7E1E66B8-98E0-8638-6509-1FD4EF791C7D}"/>
              </a:ext>
            </a:extLst>
          </p:cNvPr>
          <p:cNvSpPr>
            <a:spLocks noChangeAspect="1"/>
          </p:cNvSpPr>
          <p:nvPr/>
        </p:nvSpPr>
        <p:spPr>
          <a:xfrm rot="5400000">
            <a:off x="6727138" y="3427162"/>
            <a:ext cx="210907" cy="26820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619760" y="2644170"/>
            <a:ext cx="10962640" cy="830997"/>
          </a:xfrm>
          <a:prstGeom prst="rect">
            <a:avLst/>
          </a:prstGeom>
          <a:noFill/>
        </p:spPr>
        <p:txBody>
          <a:bodyPr wrap="square" rtlCol="0">
            <a:spAutoFit/>
          </a:bodyPr>
          <a:lstStyle/>
          <a:p>
            <a:pPr algn="ctr"/>
            <a:r>
              <a:rPr lang="ru-RU" sz="4800" dirty="0">
                <a:latin typeface="Minecraft" panose="00000400000000000000" pitchFamily="2" charset="0"/>
                <a:ea typeface="Public Pixel" panose="020B0600000000000000" pitchFamily="34" charset="0"/>
                <a:cs typeface="Public Pixel" panose="020B0600000000000000" pitchFamily="34" charset="0"/>
              </a:rPr>
              <a:t>4</a:t>
            </a:r>
            <a:r>
              <a:rPr lang="en-US" sz="4800" dirty="0">
                <a:latin typeface="Minecraft" panose="00000400000000000000" pitchFamily="2" charset="0"/>
                <a:ea typeface="Public Pixel" panose="020B0600000000000000" pitchFamily="34" charset="0"/>
                <a:cs typeface="Public Pixel" panose="020B0600000000000000" pitchFamily="34" charset="0"/>
              </a:rPr>
              <a:t>.	Robot Algorithm</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 name="TextBox 4"/>
          <p:cNvSpPr txBox="1"/>
          <p:nvPr/>
        </p:nvSpPr>
        <p:spPr>
          <a:xfrm>
            <a:off x="1175657" y="851578"/>
            <a:ext cx="5092397" cy="5416868"/>
          </a:xfrm>
          <a:prstGeom prst="rect">
            <a:avLst/>
          </a:prstGeom>
          <a:noFill/>
        </p:spPr>
        <p:txBody>
          <a:bodyPr wrap="square">
            <a:spAutoFit/>
          </a:bodyPr>
          <a:lstStyle/>
          <a:p>
            <a:r>
              <a:rPr lang="en-US" sz="1600" dirty="0" err="1">
                <a:latin typeface="Minecraft" panose="00000400000000000000" pitchFamily="2" charset="0"/>
              </a:rPr>
              <a:t>carry_counter</a:t>
            </a:r>
            <a:r>
              <a:rPr lang="en-US" sz="1600" dirty="0">
                <a:latin typeface="Minecraft" panose="00000400000000000000" pitchFamily="2" charset="0"/>
              </a:rPr>
              <a:t> = 0</a:t>
            </a:r>
          </a:p>
          <a:p>
            <a:endParaRPr lang="en-US" sz="1600" dirty="0">
              <a:latin typeface="Minecraft" panose="00000400000000000000" pitchFamily="2" charset="0"/>
            </a:endParaRPr>
          </a:p>
          <a:p>
            <a:r>
              <a:rPr lang="en-US" sz="1600" dirty="0">
                <a:latin typeface="Minecraft" panose="00000400000000000000" pitchFamily="2" charset="0"/>
              </a:rPr>
              <a:t>while True:</a:t>
            </a:r>
          </a:p>
          <a:p>
            <a:r>
              <a:rPr lang="en-US" sz="1600" dirty="0">
                <a:latin typeface="Minecraft" panose="00000400000000000000" pitchFamily="2" charset="0"/>
              </a:rPr>
              <a:t>    speed = read(0xf5)</a:t>
            </a:r>
          </a:p>
          <a:p>
            <a:r>
              <a:rPr lang="en-US" sz="1600" dirty="0">
                <a:latin typeface="Minecraft" panose="00000400000000000000" pitchFamily="2" charset="0"/>
              </a:rPr>
              <a:t>    </a:t>
            </a:r>
            <a:r>
              <a:rPr lang="en-US" sz="1600" dirty="0" err="1">
                <a:latin typeface="Minecraft" panose="00000400000000000000" pitchFamily="2" charset="0"/>
              </a:rPr>
              <a:t>speedX</a:t>
            </a:r>
            <a:r>
              <a:rPr lang="en-US" sz="1600" dirty="0">
                <a:latin typeface="Minecraft" panose="00000400000000000000" pitchFamily="2" charset="0"/>
              </a:rPr>
              <a:t> = speed &amp; 0b00000111</a:t>
            </a:r>
          </a:p>
          <a:p>
            <a:r>
              <a:rPr lang="en-US" sz="1600" dirty="0">
                <a:latin typeface="Minecraft" panose="00000400000000000000" pitchFamily="2" charset="0"/>
              </a:rPr>
              <a:t>    </a:t>
            </a:r>
            <a:r>
              <a:rPr lang="en-US" sz="1600" dirty="0" err="1">
                <a:latin typeface="Minecraft" panose="00000400000000000000" pitchFamily="2" charset="0"/>
              </a:rPr>
              <a:t>speedY</a:t>
            </a:r>
            <a:r>
              <a:rPr lang="en-US" sz="1600" dirty="0">
                <a:latin typeface="Minecraft" panose="00000400000000000000" pitchFamily="2" charset="0"/>
              </a:rPr>
              <a:t> = (speed &gt;&gt; 3) &amp; 0b00000111</a:t>
            </a:r>
          </a:p>
          <a:p>
            <a:endParaRPr lang="en-US" sz="1600" dirty="0">
              <a:latin typeface="Minecraft" panose="00000400000000000000" pitchFamily="2" charset="0"/>
            </a:endParaRPr>
          </a:p>
          <a:p>
            <a:r>
              <a:rPr lang="en-US" sz="1600" dirty="0">
                <a:latin typeface="Minecraft" panose="00000400000000000000" pitchFamily="2" charset="0"/>
              </a:rPr>
              <a:t>    if (</a:t>
            </a:r>
            <a:r>
              <a:rPr lang="en-US" sz="1600" dirty="0" err="1">
                <a:latin typeface="Minecraft" panose="00000400000000000000" pitchFamily="2" charset="0"/>
              </a:rPr>
              <a:t>speedX</a:t>
            </a:r>
            <a:r>
              <a:rPr lang="en-US" sz="1600" dirty="0">
                <a:latin typeface="Minecraft" panose="00000400000000000000" pitchFamily="2" charset="0"/>
              </a:rPr>
              <a:t> &lt; 0):</a:t>
            </a:r>
          </a:p>
          <a:p>
            <a:r>
              <a:rPr lang="en-US" sz="1600" dirty="0">
                <a:latin typeface="Minecraft" panose="00000400000000000000" pitchFamily="2" charset="0"/>
              </a:rPr>
              <a:t>        continue</a:t>
            </a:r>
          </a:p>
          <a:p>
            <a:r>
              <a:rPr lang="en-US" sz="1600" dirty="0">
                <a:latin typeface="Minecraft" panose="00000400000000000000" pitchFamily="2" charset="0"/>
              </a:rPr>
              <a:t>   </a:t>
            </a:r>
          </a:p>
          <a:p>
            <a:r>
              <a:rPr lang="en-US" sz="1600" dirty="0">
                <a:latin typeface="Minecraft" panose="00000400000000000000" pitchFamily="2" charset="0"/>
              </a:rPr>
              <a:t>    if (</a:t>
            </a:r>
            <a:r>
              <a:rPr lang="en-US" sz="1600" dirty="0" err="1">
                <a:latin typeface="Minecraft" panose="00000400000000000000" pitchFamily="2" charset="0"/>
              </a:rPr>
              <a:t>coordinateX</a:t>
            </a:r>
            <a:r>
              <a:rPr lang="en-US" sz="1600" dirty="0">
                <a:latin typeface="Minecraft" panose="00000400000000000000" pitchFamily="2" charset="0"/>
              </a:rPr>
              <a:t> &gt; 120):</a:t>
            </a:r>
          </a:p>
          <a:p>
            <a:r>
              <a:rPr lang="en-US" sz="1600" dirty="0">
                <a:latin typeface="Minecraft" panose="00000400000000000000" pitchFamily="2" charset="0"/>
              </a:rPr>
              <a:t>        continue</a:t>
            </a:r>
          </a:p>
          <a:p>
            <a:endParaRPr lang="en-US" sz="1600" dirty="0">
              <a:latin typeface="Minecraft" panose="00000400000000000000" pitchFamily="2" charset="0"/>
            </a:endParaRPr>
          </a:p>
          <a:p>
            <a:r>
              <a:rPr lang="en-US" sz="1600" dirty="0">
                <a:latin typeface="Minecraft" panose="00000400000000000000" pitchFamily="2" charset="0"/>
              </a:rPr>
              <a:t>    result = read(0xf3)</a:t>
            </a:r>
          </a:p>
          <a:p>
            <a:r>
              <a:rPr lang="en-US" sz="1600" dirty="0">
                <a:latin typeface="Minecraft" panose="00000400000000000000" pitchFamily="2" charset="0"/>
              </a:rPr>
              <a:t>    result = 224 - result</a:t>
            </a:r>
          </a:p>
          <a:p>
            <a:endParaRPr lang="en-US" sz="1600" dirty="0">
              <a:latin typeface="Minecraft" panose="00000400000000000000" pitchFamily="2" charset="0"/>
            </a:endParaRPr>
          </a:p>
          <a:p>
            <a:r>
              <a:rPr lang="en-US" sz="1600" dirty="0">
                <a:latin typeface="Minecraft" panose="00000400000000000000" pitchFamily="2" charset="0"/>
              </a:rPr>
              <a:t>    result = result / </a:t>
            </a:r>
            <a:r>
              <a:rPr lang="en-US" sz="1600" dirty="0" err="1">
                <a:latin typeface="Minecraft" panose="00000400000000000000" pitchFamily="2" charset="0"/>
              </a:rPr>
              <a:t>speedX</a:t>
            </a:r>
            <a:endParaRPr lang="en-US" sz="1600" dirty="0">
              <a:latin typeface="Minecraft" panose="00000400000000000000" pitchFamily="2" charset="0"/>
            </a:endParaRPr>
          </a:p>
          <a:p>
            <a:endParaRPr lang="en-US" sz="1600" dirty="0">
              <a:latin typeface="Minecraft" panose="00000400000000000000" pitchFamily="2" charset="0"/>
            </a:endParaRPr>
          </a:p>
          <a:p>
            <a:r>
              <a:rPr lang="en-US" sz="1600" dirty="0">
                <a:latin typeface="Minecraft" panose="00000400000000000000" pitchFamily="2" charset="0"/>
              </a:rPr>
              <a:t>    result = abs(result * </a:t>
            </a:r>
            <a:r>
              <a:rPr lang="en-US" sz="1600" dirty="0" err="1">
                <a:latin typeface="Minecraft" panose="00000400000000000000" pitchFamily="2" charset="0"/>
              </a:rPr>
              <a:t>speedY</a:t>
            </a:r>
            <a:r>
              <a:rPr lang="en-US" sz="1600" dirty="0">
                <a:latin typeface="Minecraft" panose="00000400000000000000" pitchFamily="2" charset="0"/>
              </a:rPr>
              <a:t>)</a:t>
            </a:r>
          </a:p>
          <a:p>
            <a:endParaRPr lang="en-US" dirty="0"/>
          </a:p>
          <a:p>
            <a:r>
              <a:rPr lang="en-US" dirty="0"/>
              <a:t>    </a:t>
            </a:r>
          </a:p>
        </p:txBody>
      </p:sp>
      <p:sp>
        <p:nvSpPr>
          <p:cNvPr id="4" name="TextBox 3"/>
          <p:cNvSpPr txBox="1"/>
          <p:nvPr/>
        </p:nvSpPr>
        <p:spPr>
          <a:xfrm>
            <a:off x="6293225" y="851578"/>
            <a:ext cx="4379778" cy="5201424"/>
          </a:xfrm>
          <a:prstGeom prst="rect">
            <a:avLst/>
          </a:prstGeom>
          <a:noFill/>
        </p:spPr>
        <p:txBody>
          <a:bodyPr wrap="square">
            <a:spAutoFit/>
          </a:bodyPr>
          <a:lstStyle/>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if (</a:t>
            </a:r>
            <a:r>
              <a:rPr lang="en-US" sz="1600" kern="1200" dirty="0" err="1">
                <a:solidFill>
                  <a:srgbClr val="FFFFFF"/>
                </a:solidFill>
                <a:effectLst/>
                <a:latin typeface="Minecraft" panose="00000400000000000000" pitchFamily="2" charset="0"/>
              </a:rPr>
              <a:t>carry_bit</a:t>
            </a:r>
            <a:r>
              <a:rPr lang="en-US" sz="1600" kern="1200" dirty="0">
                <a:solidFill>
                  <a:srgbClr val="FFFFFF"/>
                </a:solidFill>
                <a:effectLst/>
                <a:latin typeface="Minecraft" panose="00000400000000000000" pitchFamily="2" charset="0"/>
              </a:rPr>
              <a:t> == 1):</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a:t>
            </a:r>
            <a:r>
              <a:rPr lang="en-US" sz="1600" kern="1200" dirty="0" err="1">
                <a:solidFill>
                  <a:srgbClr val="FFFFFF"/>
                </a:solidFill>
                <a:effectLst/>
                <a:latin typeface="Minecraft" panose="00000400000000000000" pitchFamily="2" charset="0"/>
              </a:rPr>
              <a:t>carry_counter</a:t>
            </a:r>
            <a:r>
              <a:rPr lang="en-US" sz="1600" kern="1200" dirty="0">
                <a:solidFill>
                  <a:srgbClr val="FFFFFF"/>
                </a:solidFill>
                <a:effectLst/>
                <a:latin typeface="Minecraft" panose="00000400000000000000" pitchFamily="2" charset="0"/>
              </a:rPr>
              <a:t> = </a:t>
            </a:r>
            <a:r>
              <a:rPr lang="en-US" sz="1600" kern="1200" dirty="0" err="1">
                <a:solidFill>
                  <a:srgbClr val="FFFFFF"/>
                </a:solidFill>
                <a:effectLst/>
                <a:latin typeface="Minecraft" panose="00000400000000000000" pitchFamily="2" charset="0"/>
              </a:rPr>
              <a:t>carry_counter</a:t>
            </a:r>
            <a:r>
              <a:rPr lang="en-US" sz="1600" kern="1200" dirty="0">
                <a:solidFill>
                  <a:srgbClr val="FFFFFF"/>
                </a:solidFill>
                <a:effectLst/>
                <a:latin typeface="Minecraft" panose="00000400000000000000" pitchFamily="2" charset="0"/>
              </a:rPr>
              <a:t> + 1</a:t>
            </a:r>
            <a:endParaRPr lang="ru-RU" sz="1600" kern="1200" dirty="0">
              <a:solidFill>
                <a:srgbClr val="FFFFFF"/>
              </a:solidFill>
              <a:effectLst/>
              <a:latin typeface="Calibri" panose="020F0502020204030204" pitchFamily="34" charset="0"/>
            </a:endParaRPr>
          </a:p>
          <a:p>
            <a:pPr marL="0" algn="l" rtl="0" eaLnBrk="1" latinLnBrk="0" hangingPunct="1">
              <a:spcBef>
                <a:spcPts val="0"/>
              </a:spcBef>
              <a:spcAft>
                <a:spcPts val="0"/>
              </a:spcAft>
            </a:pP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result = result * sign(</a:t>
            </a:r>
            <a:r>
              <a:rPr lang="en-US" sz="1600" kern="1200" dirty="0" err="1">
                <a:solidFill>
                  <a:srgbClr val="FFFFFF"/>
                </a:solidFill>
                <a:effectLst/>
                <a:latin typeface="Minecraft" panose="00000400000000000000" pitchFamily="2" charset="0"/>
              </a:rPr>
              <a:t>speedY</a:t>
            </a:r>
            <a:r>
              <a:rPr lang="en-US" sz="1600" kern="1200" dirty="0">
                <a:solidFill>
                  <a:srgbClr val="FFFFFF"/>
                </a:solidFill>
                <a:effectLst/>
                <a:latin typeface="Minecraft" panose="00000400000000000000" pitchFamily="2" charset="0"/>
              </a:rPr>
              <a:t>)</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a:t>
            </a:r>
            <a:r>
              <a:rPr lang="en-US" sz="1600" kern="1200" dirty="0" err="1">
                <a:solidFill>
                  <a:srgbClr val="FFFFFF"/>
                </a:solidFill>
                <a:effectLst/>
                <a:latin typeface="Minecraft" panose="00000400000000000000" pitchFamily="2" charset="0"/>
              </a:rPr>
              <a:t>coordinateY</a:t>
            </a:r>
            <a:r>
              <a:rPr lang="en-US" sz="1600" kern="1200" dirty="0">
                <a:solidFill>
                  <a:srgbClr val="FFFFFF"/>
                </a:solidFill>
                <a:effectLst/>
                <a:latin typeface="Minecraft" panose="00000400000000000000" pitchFamily="2" charset="0"/>
              </a:rPr>
              <a:t> = read(0xf4)</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result = result + </a:t>
            </a:r>
            <a:r>
              <a:rPr lang="en-US" sz="1600" kern="1200" dirty="0" err="1">
                <a:solidFill>
                  <a:srgbClr val="FFFFFF"/>
                </a:solidFill>
                <a:effectLst/>
                <a:latin typeface="Minecraft" panose="00000400000000000000" pitchFamily="2" charset="0"/>
              </a:rPr>
              <a:t>coordinateY</a:t>
            </a:r>
            <a:endParaRPr lang="ru-RU" sz="1600" kern="1200" dirty="0">
              <a:solidFill>
                <a:srgbClr val="FFFFFF"/>
              </a:solidFill>
              <a:effectLst/>
              <a:latin typeface="Calibri" panose="020F0502020204030204" pitchFamily="34" charset="0"/>
            </a:endParaRPr>
          </a:p>
          <a:p>
            <a:pPr marL="0" algn="l" rtl="0" eaLnBrk="1" latinLnBrk="0" hangingPunct="1">
              <a:spcBef>
                <a:spcPts val="0"/>
              </a:spcBef>
              <a:spcAft>
                <a:spcPts val="0"/>
              </a:spcAft>
            </a:pP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if (</a:t>
            </a:r>
            <a:r>
              <a:rPr lang="en-US" sz="1600" kern="1200" dirty="0" err="1">
                <a:solidFill>
                  <a:srgbClr val="FFFFFF"/>
                </a:solidFill>
                <a:effectLst/>
                <a:latin typeface="Minecraft" panose="00000400000000000000" pitchFamily="2" charset="0"/>
              </a:rPr>
              <a:t>carry_bit</a:t>
            </a:r>
            <a:r>
              <a:rPr lang="en-US" sz="1600" kern="1200" dirty="0">
                <a:solidFill>
                  <a:srgbClr val="FFFFFF"/>
                </a:solidFill>
                <a:effectLst/>
                <a:latin typeface="Minecraft" panose="00000400000000000000" pitchFamily="2" charset="0"/>
              </a:rPr>
              <a:t> == 1):</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a:t>
            </a:r>
            <a:r>
              <a:rPr lang="en-US" sz="1600" kern="1200" dirty="0" err="1">
                <a:solidFill>
                  <a:srgbClr val="FFFFFF"/>
                </a:solidFill>
                <a:effectLst/>
                <a:latin typeface="Minecraft" panose="00000400000000000000" pitchFamily="2" charset="0"/>
              </a:rPr>
              <a:t>carry_counter</a:t>
            </a:r>
            <a:r>
              <a:rPr lang="en-US" sz="1600" kern="1200" dirty="0">
                <a:solidFill>
                  <a:srgbClr val="FFFFFF"/>
                </a:solidFill>
                <a:effectLst/>
                <a:latin typeface="Minecraft" panose="00000400000000000000" pitchFamily="2" charset="0"/>
              </a:rPr>
              <a:t> = </a:t>
            </a:r>
            <a:r>
              <a:rPr lang="en-US" sz="1600" kern="1200" dirty="0" err="1">
                <a:solidFill>
                  <a:srgbClr val="FFFFFF"/>
                </a:solidFill>
                <a:effectLst/>
                <a:latin typeface="Minecraft" panose="00000400000000000000" pitchFamily="2" charset="0"/>
              </a:rPr>
              <a:t>carry_counter</a:t>
            </a:r>
            <a:r>
              <a:rPr lang="en-US" sz="1600" kern="1200" dirty="0">
                <a:solidFill>
                  <a:srgbClr val="FFFFFF"/>
                </a:solidFill>
                <a:effectLst/>
                <a:latin typeface="Minecraft" panose="00000400000000000000" pitchFamily="2" charset="0"/>
              </a:rPr>
              <a:t> + 1</a:t>
            </a:r>
            <a:endParaRPr lang="ru-RU" sz="1600" kern="1200" dirty="0">
              <a:solidFill>
                <a:srgbClr val="FFFFFF"/>
              </a:solidFill>
              <a:effectLst/>
              <a:latin typeface="Calibri" panose="020F0502020204030204" pitchFamily="34" charset="0"/>
            </a:endParaRPr>
          </a:p>
          <a:p>
            <a:pPr marL="0" algn="l" rtl="0" eaLnBrk="1" latinLnBrk="0" hangingPunct="1">
              <a:spcBef>
                <a:spcPts val="0"/>
              </a:spcBef>
              <a:spcAft>
                <a:spcPts val="0"/>
              </a:spcAft>
            </a:pP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if (</a:t>
            </a:r>
            <a:r>
              <a:rPr lang="en-US" sz="1600" kern="1200" dirty="0" err="1">
                <a:solidFill>
                  <a:srgbClr val="FFFFFF"/>
                </a:solidFill>
                <a:effectLst/>
                <a:latin typeface="Minecraft" panose="00000400000000000000" pitchFamily="2" charset="0"/>
              </a:rPr>
              <a:t>carry_counter</a:t>
            </a:r>
            <a:r>
              <a:rPr lang="en-US" sz="1600" kern="1200" dirty="0">
                <a:solidFill>
                  <a:srgbClr val="FFFFFF"/>
                </a:solidFill>
                <a:effectLst/>
                <a:latin typeface="Minecraft" panose="00000400000000000000" pitchFamily="2" charset="0"/>
              </a:rPr>
              <a:t> % 2 == 1):</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result = not(result)</a:t>
            </a:r>
            <a:endParaRPr lang="ru-RU" sz="1600" kern="1200" dirty="0">
              <a:solidFill>
                <a:srgbClr val="FFFFFF"/>
              </a:solidFill>
              <a:effectLst/>
              <a:latin typeface="Calibri" panose="020F0502020204030204" pitchFamily="34" charset="0"/>
            </a:endParaRPr>
          </a:p>
          <a:p>
            <a:pPr marL="0" algn="l" rtl="0" eaLnBrk="1" latinLnBrk="0" hangingPunct="1">
              <a:spcBef>
                <a:spcPts val="0"/>
              </a:spcBef>
              <a:spcAft>
                <a:spcPts val="0"/>
              </a:spcAft>
            </a:pP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if (</a:t>
            </a:r>
            <a:r>
              <a:rPr lang="en-US" sz="1600" kern="1200" dirty="0" err="1">
                <a:solidFill>
                  <a:srgbClr val="FFFFFF"/>
                </a:solidFill>
                <a:effectLst/>
                <a:latin typeface="Minecraft" panose="00000400000000000000" pitchFamily="2" charset="0"/>
              </a:rPr>
              <a:t>coordinateX</a:t>
            </a:r>
            <a:r>
              <a:rPr lang="en-US" sz="1600" kern="1200" dirty="0">
                <a:solidFill>
                  <a:srgbClr val="FFFFFF"/>
                </a:solidFill>
                <a:effectLst/>
                <a:latin typeface="Minecraft" panose="00000400000000000000" pitchFamily="2" charset="0"/>
              </a:rPr>
              <a:t> &lt; 112):</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if (</a:t>
            </a:r>
            <a:r>
              <a:rPr lang="en-US" sz="1600" kern="1200" dirty="0" err="1">
                <a:solidFill>
                  <a:srgbClr val="FFFFFF"/>
                </a:solidFill>
                <a:effectLst/>
                <a:latin typeface="Minecraft" panose="00000400000000000000" pitchFamily="2" charset="0"/>
              </a:rPr>
              <a:t>speedX</a:t>
            </a:r>
            <a:r>
              <a:rPr lang="en-US" sz="1600" kern="1200" dirty="0">
                <a:solidFill>
                  <a:srgbClr val="FFFFFF"/>
                </a:solidFill>
                <a:effectLst/>
                <a:latin typeface="Minecraft" panose="00000400000000000000" pitchFamily="2" charset="0"/>
              </a:rPr>
              <a:t> &gt; 0):</a:t>
            </a:r>
            <a:endParaRPr lang="ru-RU" sz="1600" dirty="0">
              <a:effectLst/>
            </a:endParaRPr>
          </a:p>
          <a:p>
            <a:pPr marL="0" algn="l" rtl="0" eaLnBrk="1" latinLnBrk="0" hangingPunct="1">
              <a:spcBef>
                <a:spcPts val="0"/>
              </a:spcBef>
              <a:spcAft>
                <a:spcPts val="0"/>
              </a:spcAft>
            </a:pPr>
            <a:r>
              <a:rPr lang="en-US" sz="1600" kern="1200" dirty="0">
                <a:solidFill>
                  <a:srgbClr val="FFFFFF"/>
                </a:solidFill>
                <a:effectLst/>
                <a:latin typeface="Minecraft" panose="00000400000000000000" pitchFamily="2" charset="0"/>
              </a:rPr>
              <a:t>            write(0xf3, result)</a:t>
            </a:r>
            <a:endParaRPr lang="ru-RU" sz="1600" kern="1200" dirty="0">
              <a:solidFill>
                <a:srgbClr val="FFFFFF"/>
              </a:solidFill>
              <a:effectLst/>
              <a:latin typeface="Calibri" panose="020F0502020204030204" pitchFamily="34" charset="0"/>
            </a:endParaRPr>
          </a:p>
          <a:p>
            <a:pPr marL="0" algn="l" rtl="0" eaLnBrk="1" latinLnBrk="0" hangingPunct="1">
              <a:spcBef>
                <a:spcPts val="0"/>
              </a:spcBef>
              <a:spcAft>
                <a:spcPts val="0"/>
              </a:spcAft>
            </a:pPr>
            <a:endParaRPr lang="ru-RU" sz="1600" dirty="0">
              <a:effectLst/>
            </a:endParaRPr>
          </a:p>
          <a:p>
            <a:r>
              <a:rPr lang="en-US" sz="1600" kern="1200" dirty="0">
                <a:solidFill>
                  <a:srgbClr val="FFFFFF"/>
                </a:solidFill>
                <a:effectLst/>
                <a:latin typeface="Minecraft" panose="00000400000000000000" pitchFamily="2" charset="0"/>
              </a:rPr>
              <a:t>    </a:t>
            </a:r>
            <a:r>
              <a:rPr lang="en-US" sz="1600" kern="1200" dirty="0" err="1">
                <a:solidFill>
                  <a:srgbClr val="FFFFFF"/>
                </a:solidFill>
                <a:effectLst/>
                <a:latin typeface="Minecraft" panose="00000400000000000000" pitchFamily="2" charset="0"/>
              </a:rPr>
              <a:t>carry_counter</a:t>
            </a:r>
            <a:r>
              <a:rPr lang="en-US" sz="1600" kern="1200" dirty="0">
                <a:solidFill>
                  <a:srgbClr val="FFFFFF"/>
                </a:solidFill>
                <a:effectLst/>
                <a:latin typeface="Minecraft" panose="00000400000000000000" pitchFamily="2" charset="0"/>
              </a:rPr>
              <a:t> = 0</a:t>
            </a:r>
            <a:endParaRPr lang="en-US" sz="1600" dirty="0">
              <a:latin typeface="Minecraft" panose="00000400000000000000" pitchFamily="2"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619760" y="2644170"/>
            <a:ext cx="10962640" cy="1569660"/>
          </a:xfrm>
          <a:prstGeom prst="rect">
            <a:avLst/>
          </a:prstGeom>
          <a:noFill/>
        </p:spPr>
        <p:txBody>
          <a:bodyPr wrap="square" rtlCol="0">
            <a:spAutoFit/>
          </a:bodyPr>
          <a:lstStyle/>
          <a:p>
            <a:pPr algn="ctr"/>
            <a:r>
              <a:rPr lang="ru-RU" sz="4800" dirty="0">
                <a:latin typeface="Minecraft" panose="00000400000000000000" pitchFamily="2" charset="0"/>
                <a:ea typeface="Public Pixel" panose="020B0600000000000000" pitchFamily="34" charset="0"/>
                <a:cs typeface="Public Pixel" panose="020B0600000000000000" pitchFamily="34" charset="0"/>
              </a:rPr>
              <a:t>4</a:t>
            </a:r>
            <a:r>
              <a:rPr lang="en-US" sz="4800" dirty="0">
                <a:latin typeface="Minecraft" panose="00000400000000000000" pitchFamily="2" charset="0"/>
                <a:ea typeface="Public Pixel" panose="020B0600000000000000" pitchFamily="34" charset="0"/>
                <a:cs typeface="Public Pixel" panose="020B0600000000000000" pitchFamily="34" charset="0"/>
              </a:rPr>
              <a:t>.	Hardware (Architectural Differences)</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extLst>
      <p:ext uri="{BB962C8B-B14F-4D97-AF65-F5344CB8AC3E}">
        <p14:creationId xmlns:p14="http://schemas.microsoft.com/office/powerpoint/2010/main" val="637162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 name="TextBox 4"/>
          <p:cNvSpPr txBox="1"/>
          <p:nvPr/>
        </p:nvSpPr>
        <p:spPr>
          <a:xfrm>
            <a:off x="1097530" y="781438"/>
            <a:ext cx="9975136" cy="5539978"/>
          </a:xfrm>
          <a:prstGeom prst="rect">
            <a:avLst/>
          </a:prstGeom>
          <a:noFill/>
        </p:spPr>
        <p:txBody>
          <a:bodyPr wrap="square">
            <a:spAutoFit/>
          </a:bodyPr>
          <a:lstStyle/>
          <a:p>
            <a:r>
              <a:rPr lang="en-US" sz="2400" dirty="0">
                <a:latin typeface="Minecraft" panose="00000400000000000000" pitchFamily="2" charset="0"/>
              </a:rPr>
              <a:t>Right paddle handling</a:t>
            </a:r>
          </a:p>
          <a:p>
            <a:endParaRPr lang="en-US" sz="2400" dirty="0">
              <a:latin typeface="Minecraft" panose="00000400000000000000" pitchFamily="2" charset="0"/>
            </a:endParaRPr>
          </a:p>
          <a:p>
            <a:r>
              <a:rPr lang="en-US" sz="1600" dirty="0">
                <a:latin typeface="Minecraft" panose="00000400000000000000" pitchFamily="2" charset="0"/>
              </a:rPr>
              <a:t>Reference: simple 5‑bit latch when ball in left half</a:t>
            </a:r>
          </a:p>
          <a:p>
            <a:r>
              <a:rPr lang="en-US" sz="1600" dirty="0">
                <a:latin typeface="Minecraft" panose="00000400000000000000" pitchFamily="2" charset="0"/>
              </a:rPr>
              <a:t>Ours: receives 8‑bit value → upper 5 bits → clamp to max 29 → shift down by 1 pixel</a:t>
            </a:r>
            <a:endParaRPr lang="en-US" sz="2400" dirty="0">
              <a:latin typeface="Minecraft" panose="00000400000000000000" pitchFamily="2" charset="0"/>
            </a:endParaRPr>
          </a:p>
          <a:p>
            <a:r>
              <a:rPr lang="en-US" sz="1600" dirty="0">
                <a:latin typeface="Minecraft" panose="00000400000000000000" pitchFamily="2" charset="0"/>
              </a:rPr>
              <a:t>Reason: algorithm outputs bottom pixel; correction improves reliability</a:t>
            </a:r>
          </a:p>
          <a:p>
            <a:endParaRPr lang="en-US" sz="2400" dirty="0">
              <a:latin typeface="Minecraft" panose="00000400000000000000" pitchFamily="2" charset="0"/>
            </a:endParaRPr>
          </a:p>
          <a:p>
            <a:r>
              <a:rPr lang="en-US" sz="2400" dirty="0">
                <a:latin typeface="Minecraft" panose="00000400000000000000" pitchFamily="2" charset="0"/>
              </a:rPr>
              <a:t>Video subsystem</a:t>
            </a:r>
          </a:p>
          <a:p>
            <a:endParaRPr lang="en-US" sz="2400" dirty="0">
              <a:latin typeface="Minecraft" panose="00000400000000000000" pitchFamily="2" charset="0"/>
            </a:endParaRPr>
          </a:p>
          <a:p>
            <a:r>
              <a:rPr lang="en-US" sz="1600" dirty="0">
                <a:latin typeface="Minecraft" panose="00000400000000000000" pitchFamily="2" charset="0"/>
              </a:rPr>
              <a:t>Reference: chain of 32 individual video chips</a:t>
            </a:r>
          </a:p>
          <a:p>
            <a:r>
              <a:rPr lang="en-US" sz="1600" dirty="0">
                <a:latin typeface="Minecraft" panose="00000400000000000000" pitchFamily="2" charset="0"/>
              </a:rPr>
              <a:t>Ours: 8‑chip sections (videochip8), 4 sections in series – simpler wiring, fewer errors</a:t>
            </a:r>
          </a:p>
          <a:p>
            <a:endParaRPr lang="en-US" sz="2400" dirty="0">
              <a:latin typeface="Minecraft" panose="00000400000000000000" pitchFamily="2" charset="0"/>
            </a:endParaRPr>
          </a:p>
          <a:p>
            <a:r>
              <a:rPr lang="en-US" sz="2400" dirty="0">
                <a:latin typeface="Minecraft" panose="00000400000000000000" pitchFamily="2" charset="0"/>
              </a:rPr>
              <a:t>Advanced features (diffusion, spin)</a:t>
            </a:r>
            <a:endParaRPr lang="ru-RU" sz="2400" dirty="0">
              <a:latin typeface="Minecraft" panose="00000400000000000000" pitchFamily="2" charset="0"/>
            </a:endParaRPr>
          </a:p>
          <a:p>
            <a:endParaRPr lang="en-US" sz="2400" dirty="0">
              <a:latin typeface="Minecraft" panose="00000400000000000000" pitchFamily="2" charset="0"/>
            </a:endParaRPr>
          </a:p>
          <a:p>
            <a:r>
              <a:rPr lang="en-US" sz="1600" dirty="0">
                <a:latin typeface="Minecraft" panose="00000400000000000000" pitchFamily="2" charset="0"/>
              </a:rPr>
              <a:t>Reference: described as possible extensions</a:t>
            </a:r>
          </a:p>
          <a:p>
            <a:r>
              <a:rPr lang="en-US" sz="1600" dirty="0">
                <a:latin typeface="Minecraft" panose="00000400000000000000" pitchFamily="2" charset="0"/>
              </a:rPr>
              <a:t>Ours: not included – kept design focused and stable</a:t>
            </a:r>
          </a:p>
          <a:p>
            <a:endParaRPr lang="en-US" dirty="0">
              <a:latin typeface="Minecraft" panose="00000400000000000000" pitchFamily="2" charset="0"/>
            </a:endParaRPr>
          </a:p>
        </p:txBody>
      </p:sp>
    </p:spTree>
    <p:extLst>
      <p:ext uri="{BB962C8B-B14F-4D97-AF65-F5344CB8AC3E}">
        <p14:creationId xmlns:p14="http://schemas.microsoft.com/office/powerpoint/2010/main" val="3419357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619760" y="2644170"/>
            <a:ext cx="10962640" cy="1569660"/>
          </a:xfrm>
          <a:prstGeom prst="rect">
            <a:avLst/>
          </a:prstGeom>
          <a:noFill/>
        </p:spPr>
        <p:txBody>
          <a:bodyPr wrap="square" rtlCol="0">
            <a:spAutoFit/>
          </a:bodyPr>
          <a:lstStyle/>
          <a:p>
            <a:pPr algn="ctr"/>
            <a:r>
              <a:rPr lang="ru-RU" sz="4800" dirty="0">
                <a:latin typeface="Minecraft" panose="00000400000000000000" pitchFamily="2" charset="0"/>
                <a:ea typeface="Public Pixel" panose="020B0600000000000000" pitchFamily="34" charset="0"/>
                <a:cs typeface="Public Pixel" panose="020B0600000000000000" pitchFamily="34" charset="0"/>
              </a:rPr>
              <a:t>5</a:t>
            </a:r>
            <a:r>
              <a:rPr lang="en-US" sz="4800" dirty="0">
                <a:latin typeface="Minecraft" panose="00000400000000000000" pitchFamily="2" charset="0"/>
                <a:ea typeface="Public Pixel" panose="020B0600000000000000" pitchFamily="34" charset="0"/>
                <a:cs typeface="Public Pixel" panose="020B0600000000000000" pitchFamily="34" charset="0"/>
              </a:rPr>
              <a:t>.	Software Differences (Robot Algorithm)</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extLst>
      <p:ext uri="{BB962C8B-B14F-4D97-AF65-F5344CB8AC3E}">
        <p14:creationId xmlns:p14="http://schemas.microsoft.com/office/powerpoint/2010/main" val="3725194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5" name="TextBox 4"/>
          <p:cNvSpPr txBox="1"/>
          <p:nvPr/>
        </p:nvSpPr>
        <p:spPr>
          <a:xfrm>
            <a:off x="1108432" y="2408086"/>
            <a:ext cx="9975136" cy="1569660"/>
          </a:xfrm>
          <a:prstGeom prst="rect">
            <a:avLst/>
          </a:prstGeom>
          <a:noFill/>
        </p:spPr>
        <p:txBody>
          <a:bodyPr wrap="square">
            <a:spAutoFit/>
          </a:bodyPr>
          <a:lstStyle/>
          <a:p>
            <a:r>
              <a:rPr lang="en-US" sz="2400" dirty="0">
                <a:latin typeface="Minecraft" panose="00000400000000000000" pitchFamily="2" charset="0"/>
              </a:rPr>
              <a:t>Skipping iterations &amp; balance</a:t>
            </a:r>
          </a:p>
          <a:p>
            <a:endParaRPr lang="en-US" sz="2400" dirty="0">
              <a:latin typeface="Minecraft" panose="00000400000000000000" pitchFamily="2" charset="0"/>
            </a:endParaRPr>
          </a:p>
          <a:p>
            <a:r>
              <a:rPr lang="en-US" sz="1600" dirty="0">
                <a:latin typeface="Minecraft" panose="00000400000000000000" pitchFamily="2" charset="0"/>
              </a:rPr>
              <a:t>Reference: mentions processor may be too slow</a:t>
            </a:r>
          </a:p>
          <a:p>
            <a:r>
              <a:rPr lang="en-US" sz="1600" dirty="0">
                <a:latin typeface="Minecraft" panose="00000400000000000000" pitchFamily="2" charset="0"/>
              </a:rPr>
              <a:t>Ours: explicit check if </a:t>
            </a:r>
            <a:r>
              <a:rPr lang="en-US" sz="1600" dirty="0" err="1">
                <a:latin typeface="Minecraft" panose="00000400000000000000" pitchFamily="2" charset="0"/>
              </a:rPr>
              <a:t>ballX</a:t>
            </a:r>
            <a:r>
              <a:rPr lang="en-US" sz="1600" dirty="0">
                <a:latin typeface="Minecraft" panose="00000400000000000000" pitchFamily="2" charset="0"/>
              </a:rPr>
              <a:t> &gt; 120 → skip</a:t>
            </a:r>
            <a:endParaRPr lang="en-US" sz="2400" dirty="0">
              <a:latin typeface="Minecraft" panose="00000400000000000000" pitchFamily="2" charset="0"/>
            </a:endParaRPr>
          </a:p>
          <a:p>
            <a:r>
              <a:rPr lang="en-US" sz="1600" dirty="0">
                <a:latin typeface="Minecraft" panose="00000400000000000000" pitchFamily="2" charset="0"/>
              </a:rPr>
              <a:t>Clock ratio tuned (CPU 15× faster) → robot misses ~50% of balls</a:t>
            </a:r>
            <a:endParaRPr lang="en-US" sz="1200" dirty="0">
              <a:latin typeface="Minecraft" panose="00000400000000000000" pitchFamily="2" charset="0"/>
            </a:endParaRPr>
          </a:p>
        </p:txBody>
      </p:sp>
    </p:spTree>
    <p:extLst>
      <p:ext uri="{BB962C8B-B14F-4D97-AF65-F5344CB8AC3E}">
        <p14:creationId xmlns:p14="http://schemas.microsoft.com/office/powerpoint/2010/main" val="962984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Рисунок 50"/>
          <p:cNvPicPr>
            <a:picLocks noChangeAspect="1"/>
          </p:cNvPicPr>
          <p:nvPr/>
        </p:nvPicPr>
        <p:blipFill>
          <a:blip r:embed="rId2"/>
          <a:stretch>
            <a:fillRect/>
          </a:stretch>
        </p:blipFill>
        <p:spPr>
          <a:xfrm>
            <a:off x="1692469" y="797553"/>
            <a:ext cx="8852587" cy="5192736"/>
          </a:xfrm>
          <a:prstGeom prst="rect">
            <a:avLst/>
          </a:prstGeom>
        </p:spPr>
      </p:pic>
      <p:sp>
        <p:nvSpPr>
          <p:cNvPr id="2" name="Прямоугольник 1"/>
          <p:cNvSpPr/>
          <p:nvPr/>
        </p:nvSpPr>
        <p:spPr>
          <a:xfrm>
            <a:off x="149287" y="164841"/>
            <a:ext cx="11902752" cy="6497216"/>
          </a:xfrm>
          <a:prstGeom prst="rect">
            <a:avLst/>
          </a:prstGeom>
          <a:noFill/>
          <a:ln w="76200">
            <a:solidFill>
              <a:srgbClr val="00FF41"/>
            </a:solidFill>
          </a:ln>
          <a:effectLst>
            <a:glow rad="2286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 name="Прямоугольник 13"/>
          <p:cNvSpPr/>
          <p:nvPr/>
        </p:nvSpPr>
        <p:spPr>
          <a:xfrm>
            <a:off x="11804782" y="537365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5" name="Прямоугольник 14"/>
          <p:cNvSpPr/>
          <p:nvPr/>
        </p:nvSpPr>
        <p:spPr>
          <a:xfrm>
            <a:off x="11215734" y="6215355"/>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6" name="Прямоугольник 15"/>
          <p:cNvSpPr/>
          <p:nvPr/>
        </p:nvSpPr>
        <p:spPr>
          <a:xfrm>
            <a:off x="11405457" y="60170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7" name="Прямоугольник 16"/>
          <p:cNvSpPr/>
          <p:nvPr/>
        </p:nvSpPr>
        <p:spPr>
          <a:xfrm>
            <a:off x="528397" y="57389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8" name="Прямоугольник 17"/>
          <p:cNvSpPr/>
          <p:nvPr/>
        </p:nvSpPr>
        <p:spPr>
          <a:xfrm>
            <a:off x="10449069" y="640080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9" name="Прямоугольник 18"/>
          <p:cNvSpPr/>
          <p:nvPr/>
        </p:nvSpPr>
        <p:spPr>
          <a:xfrm>
            <a:off x="-152569" y="518101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0" name="Прямоугольник 19"/>
          <p:cNvSpPr/>
          <p:nvPr/>
        </p:nvSpPr>
        <p:spPr>
          <a:xfrm>
            <a:off x="-169" y="5333417"/>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1" name="Прямоугольник 20"/>
          <p:cNvSpPr/>
          <p:nvPr/>
        </p:nvSpPr>
        <p:spPr>
          <a:xfrm>
            <a:off x="1203144" y="6580610"/>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2" name="Прямоугольник 21"/>
          <p:cNvSpPr/>
          <p:nvPr/>
        </p:nvSpPr>
        <p:spPr>
          <a:xfrm>
            <a:off x="-169" y="6264924"/>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3" name="Прямоугольник 22"/>
          <p:cNvSpPr/>
          <p:nvPr/>
        </p:nvSpPr>
        <p:spPr>
          <a:xfrm rot="10800000">
            <a:off x="11699537" y="718558"/>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4" name="Прямоугольник 23"/>
          <p:cNvSpPr/>
          <p:nvPr/>
        </p:nvSpPr>
        <p:spPr>
          <a:xfrm rot="10800000">
            <a:off x="11181522" y="135684"/>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5" name="Прямоугольник 24"/>
          <p:cNvSpPr/>
          <p:nvPr/>
        </p:nvSpPr>
        <p:spPr>
          <a:xfrm rot="10800000">
            <a:off x="10507373" y="-131116"/>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6" name="Прямоугольник 25"/>
          <p:cNvSpPr/>
          <p:nvPr/>
        </p:nvSpPr>
        <p:spPr>
          <a:xfrm rot="10800000">
            <a:off x="11892204" y="90827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7" name="Прямоугольник 26"/>
          <p:cNvSpPr/>
          <p:nvPr/>
        </p:nvSpPr>
        <p:spPr>
          <a:xfrm rot="10800000">
            <a:off x="11906026" y="155121"/>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8" name="Прямоугольник 27"/>
          <p:cNvSpPr/>
          <p:nvPr/>
        </p:nvSpPr>
        <p:spPr>
          <a:xfrm rot="5400000">
            <a:off x="-134081" y="-65703"/>
            <a:ext cx="447869" cy="457200"/>
          </a:xfrm>
          <a:prstGeom prst="rect">
            <a:avLst/>
          </a:prstGeom>
          <a:solidFill>
            <a:srgbClr val="00FF4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29" name="Прямоугольник 28"/>
          <p:cNvSpPr/>
          <p:nvPr/>
        </p:nvSpPr>
        <p:spPr>
          <a:xfrm rot="5400000">
            <a:off x="1217" y="776773"/>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0" name="Прямоугольник 29"/>
          <p:cNvSpPr/>
          <p:nvPr/>
        </p:nvSpPr>
        <p:spPr>
          <a:xfrm rot="5400000">
            <a:off x="190940" y="57849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1" name="Прямоугольник 30"/>
          <p:cNvSpPr/>
          <p:nvPr/>
        </p:nvSpPr>
        <p:spPr>
          <a:xfrm rot="5400000">
            <a:off x="958026" y="-95349"/>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2" name="Прямоугольник 31"/>
          <p:cNvSpPr/>
          <p:nvPr/>
        </p:nvSpPr>
        <p:spPr>
          <a:xfrm rot="5400000">
            <a:off x="-130258" y="25258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3" name="Прямоугольник 32"/>
          <p:cNvSpPr/>
          <p:nvPr/>
        </p:nvSpPr>
        <p:spPr>
          <a:xfrm rot="5400000">
            <a:off x="62918" y="4254176"/>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4" name="Прямоугольник 33"/>
          <p:cNvSpPr/>
          <p:nvPr/>
        </p:nvSpPr>
        <p:spPr>
          <a:xfrm rot="5400000">
            <a:off x="11928136" y="33921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5" name="Прямоугольник 34"/>
          <p:cNvSpPr/>
          <p:nvPr/>
        </p:nvSpPr>
        <p:spPr>
          <a:xfrm rot="5400000">
            <a:off x="11590178" y="4545367"/>
            <a:ext cx="447869" cy="457200"/>
          </a:xfrm>
          <a:prstGeom prst="rect">
            <a:avLst/>
          </a:prstGeom>
          <a:solidFill>
            <a:srgbClr val="00FF41">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 name="Прямоугольник 3"/>
          <p:cNvSpPr>
            <a:spLocks noChangeAspect="1"/>
          </p:cNvSpPr>
          <p:nvPr/>
        </p:nvSpPr>
        <p:spPr>
          <a:xfrm>
            <a:off x="1695045" y="767245"/>
            <a:ext cx="8874790" cy="5221652"/>
          </a:xfrm>
          <a:prstGeom prst="rect">
            <a:avLst/>
          </a:prstGeom>
          <a:noFill/>
          <a:ln w="76200">
            <a:solidFill>
              <a:srgbClr val="00FF41"/>
            </a:solidFill>
          </a:ln>
          <a:effectLst>
            <a:glow rad="88900">
              <a:srgbClr val="FFFF00">
                <a:alpha val="32941"/>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p:cNvSpPr>
            <a:spLocks noChangeAspect="1"/>
          </p:cNvSpPr>
          <p:nvPr/>
        </p:nvSpPr>
        <p:spPr>
          <a:xfrm>
            <a:off x="10585202" y="5180416"/>
            <a:ext cx="233603" cy="257054"/>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7" name="Прямоугольник 6"/>
          <p:cNvSpPr>
            <a:spLocks noChangeAspect="1"/>
          </p:cNvSpPr>
          <p:nvPr/>
        </p:nvSpPr>
        <p:spPr>
          <a:xfrm>
            <a:off x="9996154" y="6022117"/>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8" name="Прямоугольник 7"/>
          <p:cNvSpPr>
            <a:spLocks noChangeAspect="1"/>
          </p:cNvSpPr>
          <p:nvPr/>
        </p:nvSpPr>
        <p:spPr>
          <a:xfrm>
            <a:off x="10214503" y="579053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9" name="Прямоугольник 8"/>
          <p:cNvSpPr>
            <a:spLocks noChangeAspect="1"/>
          </p:cNvSpPr>
          <p:nvPr/>
        </p:nvSpPr>
        <p:spPr>
          <a:xfrm>
            <a:off x="1829135" y="5775051"/>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0" name="Прямоугольник 9"/>
          <p:cNvSpPr>
            <a:spLocks noChangeAspect="1"/>
          </p:cNvSpPr>
          <p:nvPr/>
        </p:nvSpPr>
        <p:spPr>
          <a:xfrm>
            <a:off x="9280676" y="5947621"/>
            <a:ext cx="233603" cy="257054"/>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1" name="Прямоугольник 10"/>
          <p:cNvSpPr>
            <a:spLocks noChangeAspect="1"/>
          </p:cNvSpPr>
          <p:nvPr/>
        </p:nvSpPr>
        <p:spPr>
          <a:xfrm>
            <a:off x="1358799" y="4632146"/>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2" name="Прямоугольник 11"/>
          <p:cNvSpPr>
            <a:spLocks noChangeAspect="1"/>
          </p:cNvSpPr>
          <p:nvPr/>
        </p:nvSpPr>
        <p:spPr>
          <a:xfrm>
            <a:off x="1403269" y="4696186"/>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13" name="Прямоугольник 12"/>
          <p:cNvSpPr>
            <a:spLocks noChangeAspect="1"/>
          </p:cNvSpPr>
          <p:nvPr/>
        </p:nvSpPr>
        <p:spPr>
          <a:xfrm>
            <a:off x="2606582" y="5943379"/>
            <a:ext cx="259359" cy="28539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6" name="Прямоугольник 35"/>
          <p:cNvSpPr>
            <a:spLocks noChangeAspect="1"/>
          </p:cNvSpPr>
          <p:nvPr/>
        </p:nvSpPr>
        <p:spPr>
          <a:xfrm>
            <a:off x="1403269" y="5627693"/>
            <a:ext cx="259359" cy="285396"/>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7" name="Прямоугольник 36"/>
          <p:cNvSpPr>
            <a:spLocks noChangeAspect="1"/>
          </p:cNvSpPr>
          <p:nvPr/>
        </p:nvSpPr>
        <p:spPr>
          <a:xfrm rot="10800000">
            <a:off x="10572411" y="1307206"/>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8" name="Прямоугольник 37"/>
          <p:cNvSpPr>
            <a:spLocks noChangeAspect="1"/>
          </p:cNvSpPr>
          <p:nvPr/>
        </p:nvSpPr>
        <p:spPr>
          <a:xfrm rot="10800000">
            <a:off x="3358471" y="695534"/>
            <a:ext cx="243992" cy="26848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39" name="Прямоугольник 38"/>
          <p:cNvSpPr>
            <a:spLocks noChangeAspect="1"/>
          </p:cNvSpPr>
          <p:nvPr/>
        </p:nvSpPr>
        <p:spPr>
          <a:xfrm rot="10800000">
            <a:off x="9430118" y="488508"/>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0" name="Прямоугольник 39"/>
          <p:cNvSpPr>
            <a:spLocks noChangeAspect="1"/>
          </p:cNvSpPr>
          <p:nvPr/>
        </p:nvSpPr>
        <p:spPr>
          <a:xfrm rot="10800000">
            <a:off x="10765078" y="1496927"/>
            <a:ext cx="258319" cy="284252"/>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1" name="Прямоугольник 40"/>
          <p:cNvSpPr>
            <a:spLocks noChangeAspect="1"/>
          </p:cNvSpPr>
          <p:nvPr/>
        </p:nvSpPr>
        <p:spPr>
          <a:xfrm rot="10800000">
            <a:off x="10747643" y="847007"/>
            <a:ext cx="258319" cy="284252"/>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2" name="Прямоугольник 41"/>
          <p:cNvSpPr>
            <a:spLocks noChangeAspect="1"/>
          </p:cNvSpPr>
          <p:nvPr/>
        </p:nvSpPr>
        <p:spPr>
          <a:xfrm rot="5400000">
            <a:off x="1565534" y="567381"/>
            <a:ext cx="226969" cy="288629"/>
          </a:xfrm>
          <a:prstGeom prst="rect">
            <a:avLst/>
          </a:prstGeom>
          <a:solidFill>
            <a:srgbClr val="00FF41"/>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3" name="Прямоугольник 42"/>
          <p:cNvSpPr>
            <a:spLocks noChangeAspect="1"/>
          </p:cNvSpPr>
          <p:nvPr/>
        </p:nvSpPr>
        <p:spPr>
          <a:xfrm rot="5400000">
            <a:off x="10462191" y="556322"/>
            <a:ext cx="240295" cy="305575"/>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4" name="Прямоугольник 43"/>
          <p:cNvSpPr>
            <a:spLocks noChangeAspect="1"/>
          </p:cNvSpPr>
          <p:nvPr/>
        </p:nvSpPr>
        <p:spPr>
          <a:xfrm rot="5400000">
            <a:off x="2766938" y="589289"/>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5" name="Прямоугольник 44"/>
          <p:cNvSpPr>
            <a:spLocks noChangeAspect="1"/>
          </p:cNvSpPr>
          <p:nvPr/>
        </p:nvSpPr>
        <p:spPr>
          <a:xfrm rot="5400000">
            <a:off x="2441326" y="690543"/>
            <a:ext cx="226969" cy="288629"/>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6" name="Прямоугольник 45"/>
          <p:cNvSpPr>
            <a:spLocks noChangeAspect="1"/>
          </p:cNvSpPr>
          <p:nvPr/>
        </p:nvSpPr>
        <p:spPr>
          <a:xfrm rot="5400000">
            <a:off x="1449746" y="3884344"/>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7" name="Прямоугольник 46"/>
          <p:cNvSpPr>
            <a:spLocks noChangeAspect="1"/>
          </p:cNvSpPr>
          <p:nvPr/>
        </p:nvSpPr>
        <p:spPr>
          <a:xfrm rot="5400000">
            <a:off x="1451712" y="3444016"/>
            <a:ext cx="241263" cy="306806"/>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8" name="Прямоугольник 47"/>
          <p:cNvSpPr>
            <a:spLocks noChangeAspect="1"/>
          </p:cNvSpPr>
          <p:nvPr/>
        </p:nvSpPr>
        <p:spPr>
          <a:xfrm rot="5400000">
            <a:off x="10694659" y="5522782"/>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
        <p:nvSpPr>
          <p:cNvPr id="49" name="Прямоугольник 48"/>
          <p:cNvSpPr>
            <a:spLocks noChangeAspect="1"/>
          </p:cNvSpPr>
          <p:nvPr/>
        </p:nvSpPr>
        <p:spPr>
          <a:xfrm rot="5400000">
            <a:off x="10587730" y="4315036"/>
            <a:ext cx="217305" cy="276340"/>
          </a:xfrm>
          <a:prstGeom prst="rect">
            <a:avLst/>
          </a:prstGeom>
          <a:solidFill>
            <a:srgbClr val="00FF41">
              <a:alpha val="50000"/>
            </a:srgbClr>
          </a:solidFill>
          <a:ln>
            <a:noFill/>
          </a:ln>
          <a:effectLst>
            <a:glow>
              <a:schemeClr val="accent1">
                <a:alpha val="41000"/>
              </a:schemeClr>
            </a:glo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Фигура, имеющая форму буквы L 1"/>
          <p:cNvSpPr/>
          <p:nvPr/>
        </p:nvSpPr>
        <p:spPr>
          <a:xfrm>
            <a:off x="382555" y="205273"/>
            <a:ext cx="457200" cy="6466115"/>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sp>
        <p:nvSpPr>
          <p:cNvPr id="3" name="Фигура, имеющая форму буквы L 2"/>
          <p:cNvSpPr/>
          <p:nvPr/>
        </p:nvSpPr>
        <p:spPr>
          <a:xfrm rot="10800000">
            <a:off x="11352245" y="205273"/>
            <a:ext cx="457200" cy="6466113"/>
          </a:xfrm>
          <a:prstGeom prst="corner">
            <a:avLst/>
          </a:prstGeom>
          <a:solidFill>
            <a:srgbClr val="00FF41"/>
          </a:solidFill>
          <a:effectLst>
            <a:glow rad="228600">
              <a:schemeClr val="accent4">
                <a:satMod val="175000"/>
                <a:alpha val="40000"/>
              </a:schemeClr>
            </a:glow>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ru-RU"/>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rcRect l="25056" t="51701" r="29773"/>
          <a:stretch>
            <a:fillRect/>
          </a:stretch>
        </p:blipFill>
        <p:spPr>
          <a:xfrm>
            <a:off x="9678954" y="4829734"/>
            <a:ext cx="2301552" cy="2460996"/>
          </a:xfrm>
          <a:prstGeom prst="rect">
            <a:avLst/>
          </a:prstGeom>
        </p:spPr>
      </p:pic>
      <p:pic>
        <p:nvPicPr>
          <p:cNvPr id="5" name="Рисунок 4"/>
          <p:cNvPicPr>
            <a:picLocks noChangeAspect="1"/>
          </p:cNvPicPr>
          <p:nvPr/>
        </p:nvPicPr>
        <p:blipFill>
          <a:blip r:embed="rId3" cstate="print">
            <a:extLst>
              <a:ext uri="{28A0092B-C50C-407E-A947-70E740481C1C}">
                <a14:useLocalDpi xmlns:a14="http://schemas.microsoft.com/office/drawing/2010/main" val="0"/>
              </a:ext>
            </a:extLst>
          </a:blip>
          <a:srcRect l="34036" t="27618" r="33311" b="36192"/>
          <a:stretch>
            <a:fillRect/>
          </a:stretch>
        </p:blipFill>
        <p:spPr>
          <a:xfrm>
            <a:off x="9218645" y="5262464"/>
            <a:ext cx="1439581" cy="1595536"/>
          </a:xfrm>
          <a:prstGeom prst="rect">
            <a:avLst/>
          </a:prstGeom>
        </p:spPr>
      </p:pic>
      <p:sp>
        <p:nvSpPr>
          <p:cNvPr id="6" name="TextBox 5"/>
          <p:cNvSpPr txBox="1"/>
          <p:nvPr/>
        </p:nvSpPr>
        <p:spPr>
          <a:xfrm>
            <a:off x="611155" y="2274838"/>
            <a:ext cx="10962640" cy="2308324"/>
          </a:xfrm>
          <a:prstGeom prst="rect">
            <a:avLst/>
          </a:prstGeom>
          <a:noFill/>
        </p:spPr>
        <p:txBody>
          <a:bodyPr wrap="square" rtlCol="0">
            <a:spAutoFit/>
          </a:bodyPr>
          <a:lstStyle/>
          <a:p>
            <a:pPr algn="ctr"/>
            <a:r>
              <a:rPr lang="en-US" sz="4800" dirty="0">
                <a:latin typeface="Minecraft" panose="00000400000000000000" pitchFamily="2" charset="0"/>
                <a:ea typeface="Public Pixel" panose="020B0600000000000000" pitchFamily="34" charset="0"/>
                <a:cs typeface="Public Pixel" panose="020B0600000000000000" pitchFamily="34" charset="0"/>
              </a:rPr>
              <a:t>Thank you </a:t>
            </a:r>
            <a:endParaRPr lang="ru-RU" sz="4800" dirty="0">
              <a:latin typeface="Minecraft" panose="00000400000000000000" pitchFamily="2" charset="0"/>
              <a:ea typeface="Public Pixel" panose="020B0600000000000000" pitchFamily="34" charset="0"/>
              <a:cs typeface="Public Pixel" panose="020B0600000000000000" pitchFamily="34" charset="0"/>
            </a:endParaRPr>
          </a:p>
          <a:p>
            <a:pPr algn="ctr"/>
            <a:r>
              <a:rPr lang="en-US" sz="4800" dirty="0">
                <a:latin typeface="Minecraft" panose="00000400000000000000" pitchFamily="2" charset="0"/>
                <a:ea typeface="Public Pixel" panose="020B0600000000000000" pitchFamily="34" charset="0"/>
                <a:cs typeface="Public Pixel" panose="020B0600000000000000" pitchFamily="34" charset="0"/>
              </a:rPr>
              <a:t>for your attention.</a:t>
            </a:r>
          </a:p>
          <a:p>
            <a:pPr algn="ctr"/>
            <a:r>
              <a:rPr lang="en-US" sz="4800" dirty="0">
                <a:latin typeface="Minecraft" panose="00000400000000000000" pitchFamily="2" charset="0"/>
                <a:ea typeface="Public Pixel" panose="020B0600000000000000" pitchFamily="34" charset="0"/>
                <a:cs typeface="Public Pixel" panose="020B0600000000000000" pitchFamily="34" charset="0"/>
              </a:rPr>
              <a:t>Your questions</a:t>
            </a:r>
            <a:r>
              <a:rPr lang="ru-RU" sz="4800" dirty="0">
                <a:latin typeface="Minecraft" panose="00000400000000000000" pitchFamily="2" charset="0"/>
                <a:ea typeface="Public Pixel" panose="020B0600000000000000" pitchFamily="34" charset="0"/>
                <a:cs typeface="Public Pixel" panose="020B0600000000000000" pitchFamily="34" charset="0"/>
              </a:rPr>
              <a:t>?</a:t>
            </a:r>
            <a:endParaRPr lang="ru-RU" sz="4800" dirty="0">
              <a:latin typeface="Public Pixel" panose="020B0600000000000000" pitchFamily="34" charset="0"/>
              <a:ea typeface="Public Pixel" panose="020B0600000000000000" pitchFamily="34" charset="0"/>
              <a:cs typeface="Public Pixel" panose="020B0600000000000000" pitchFamily="34" charset="0"/>
            </a:endParaRPr>
          </a:p>
        </p:txBody>
      </p:sp>
    </p:spTree>
  </p:cSld>
  <p:clrMapOvr>
    <a:masterClrMapping/>
  </p:clrMapOvr>
</p:sld>
</file>

<file path=ppt/theme/theme1.xml><?xml version="1.0" encoding="utf-8"?>
<a:theme xmlns:a="http://schemas.openxmlformats.org/drawingml/2006/main" name="Тема Office">
  <a:themeElements>
    <a:clrScheme name="Другая 5">
      <a:dk1>
        <a:srgbClr val="0A0A0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54</TotalTime>
  <Words>572</Words>
  <Application>Microsoft Office PowerPoint</Application>
  <PresentationFormat>Широкоэкранный</PresentationFormat>
  <Paragraphs>89</Paragraphs>
  <Slides>27</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27</vt:i4>
      </vt:variant>
    </vt:vector>
  </HeadingPairs>
  <TitlesOfParts>
    <vt:vector size="33" baseType="lpstr">
      <vt:lpstr>Calibri</vt:lpstr>
      <vt:lpstr>Public Pixel</vt:lpstr>
      <vt:lpstr>Minecraft</vt:lpstr>
      <vt:lpstr>Calibri Light</vt:lpstr>
      <vt:lpstr>Arial</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dc:creator>
  <cp:lastModifiedBy>Никита Моисеев</cp:lastModifiedBy>
  <cp:revision>39</cp:revision>
  <dcterms:created xsi:type="dcterms:W3CDTF">2026-03-30T13:21:00Z</dcterms:created>
  <dcterms:modified xsi:type="dcterms:W3CDTF">2026-05-12T14:27:50Z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CABA56B35D8D45109DC56179FA7579D1_13</vt:lpwstr>
  </property>
  <property fmtid="{D5CDD505-2E9C-101B-9397-08002B2CF9AE}" pid="3" name="KSOProductBuildVer">
    <vt:lpwstr>1049-12.2.0.23196</vt:lpwstr>
  </property>
</Properties>
</file>